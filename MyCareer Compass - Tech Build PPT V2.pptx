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20320000" cy="1143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CDB28F-5290-45FB-A7AF-E6E50F0E8C44}" v="90" dt="2026-07-09T09:37:32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ay Jain" userId="8b422e91-d6c3-4145-a473-636ddb59c5a3" providerId="ADAL" clId="{EDF71F61-F262-4538-90B0-2209CE143457}"/>
    <pc:docChg chg="custSel addSld delSld modSld">
      <pc:chgData name="Bhavay Jain" userId="8b422e91-d6c3-4145-a473-636ddb59c5a3" providerId="ADAL" clId="{EDF71F61-F262-4538-90B0-2209CE143457}" dt="2026-07-09T09:37:32.619" v="501" actId="948"/>
      <pc:docMkLst>
        <pc:docMk/>
      </pc:docMkLst>
      <pc:sldChg chg="modSp mod">
        <pc:chgData name="Bhavay Jain" userId="8b422e91-d6c3-4145-a473-636ddb59c5a3" providerId="ADAL" clId="{EDF71F61-F262-4538-90B0-2209CE143457}" dt="2026-07-09T09:35:04.329" v="2" actId="20577"/>
        <pc:sldMkLst>
          <pc:docMk/>
          <pc:sldMk cId="936487753" sldId="257"/>
        </pc:sldMkLst>
        <pc:spChg chg="mod">
          <ac:chgData name="Bhavay Jain" userId="8b422e91-d6c3-4145-a473-636ddb59c5a3" providerId="ADAL" clId="{EDF71F61-F262-4538-90B0-2209CE143457}" dt="2026-07-09T09:35:04.252" v="0" actId="20577"/>
          <ac:spMkLst>
            <pc:docMk/>
            <pc:sldMk cId="936487753" sldId="257"/>
            <ac:spMk id="12" creationId="{87C56C18-B67E-C0E6-4056-2698262957E6}"/>
          </ac:spMkLst>
        </pc:spChg>
        <pc:spChg chg="mod">
          <ac:chgData name="Bhavay Jain" userId="8b422e91-d6c3-4145-a473-636ddb59c5a3" providerId="ADAL" clId="{EDF71F61-F262-4538-90B0-2209CE143457}" dt="2026-07-09T09:35:04.304" v="1" actId="20577"/>
          <ac:spMkLst>
            <pc:docMk/>
            <pc:sldMk cId="936487753" sldId="257"/>
            <ac:spMk id="16" creationId="{A1E5734B-0EB8-E086-C5C4-75285CD53E18}"/>
          </ac:spMkLst>
        </pc:spChg>
        <pc:spChg chg="mod">
          <ac:chgData name="Bhavay Jain" userId="8b422e91-d6c3-4145-a473-636ddb59c5a3" providerId="ADAL" clId="{EDF71F61-F262-4538-90B0-2209CE143457}" dt="2026-07-09T09:35:04.329" v="2" actId="20577"/>
          <ac:spMkLst>
            <pc:docMk/>
            <pc:sldMk cId="936487753" sldId="257"/>
            <ac:spMk id="20" creationId="{5C3067EC-A004-1767-7C07-027A25745167}"/>
          </ac:spMkLst>
        </pc:spChg>
      </pc:sldChg>
      <pc:sldChg chg="modSp del mod">
        <pc:chgData name="Bhavay Jain" userId="8b422e91-d6c3-4145-a473-636ddb59c5a3" providerId="ADAL" clId="{EDF71F61-F262-4538-90B0-2209CE143457}" dt="2026-07-09T09:36:18.422" v="20" actId="2696"/>
        <pc:sldMkLst>
          <pc:docMk/>
          <pc:sldMk cId="56090840" sldId="258"/>
        </pc:sldMkLst>
        <pc:spChg chg="mod">
          <ac:chgData name="Bhavay Jain" userId="8b422e91-d6c3-4145-a473-636ddb59c5a3" providerId="ADAL" clId="{EDF71F61-F262-4538-90B0-2209CE143457}" dt="2026-07-09T09:35:04.384" v="3" actId="20577"/>
          <ac:spMkLst>
            <pc:docMk/>
            <pc:sldMk cId="56090840" sldId="258"/>
            <ac:spMk id="11" creationId="{AA99171F-F179-9803-EA2C-8FF9C40DADBA}"/>
          </ac:spMkLst>
        </pc:spChg>
        <pc:spChg chg="mod">
          <ac:chgData name="Bhavay Jain" userId="8b422e91-d6c3-4145-a473-636ddb59c5a3" providerId="ADAL" clId="{EDF71F61-F262-4538-90B0-2209CE143457}" dt="2026-07-09T09:35:04.395" v="4" actId="20577"/>
          <ac:spMkLst>
            <pc:docMk/>
            <pc:sldMk cId="56090840" sldId="258"/>
            <ac:spMk id="12" creationId="{09AD107E-C868-7857-1334-D5EAF534EF0C}"/>
          </ac:spMkLst>
        </pc:spChg>
        <pc:spChg chg="mod">
          <ac:chgData name="Bhavay Jain" userId="8b422e91-d6c3-4145-a473-636ddb59c5a3" providerId="ADAL" clId="{EDF71F61-F262-4538-90B0-2209CE143457}" dt="2026-07-09T09:35:04.419" v="5" actId="20577"/>
          <ac:spMkLst>
            <pc:docMk/>
            <pc:sldMk cId="56090840" sldId="258"/>
            <ac:spMk id="16" creationId="{867F1CC6-D508-5310-379D-A32A15357E29}"/>
          </ac:spMkLst>
        </pc:spChg>
        <pc:spChg chg="mod">
          <ac:chgData name="Bhavay Jain" userId="8b422e91-d6c3-4145-a473-636ddb59c5a3" providerId="ADAL" clId="{EDF71F61-F262-4538-90B0-2209CE143457}" dt="2026-07-09T09:35:04.433" v="6" actId="20577"/>
          <ac:spMkLst>
            <pc:docMk/>
            <pc:sldMk cId="56090840" sldId="258"/>
            <ac:spMk id="17" creationId="{72A291BE-EE3E-AAB2-E9D6-9FED58756387}"/>
          </ac:spMkLst>
        </pc:spChg>
        <pc:spChg chg="mod">
          <ac:chgData name="Bhavay Jain" userId="8b422e91-d6c3-4145-a473-636ddb59c5a3" providerId="ADAL" clId="{EDF71F61-F262-4538-90B0-2209CE143457}" dt="2026-07-09T09:35:04.456" v="7" actId="20577"/>
          <ac:spMkLst>
            <pc:docMk/>
            <pc:sldMk cId="56090840" sldId="258"/>
            <ac:spMk id="21" creationId="{5BFD3A78-7E6D-FE78-4566-E68094CC011D}"/>
          </ac:spMkLst>
        </pc:spChg>
        <pc:spChg chg="mod">
          <ac:chgData name="Bhavay Jain" userId="8b422e91-d6c3-4145-a473-636ddb59c5a3" providerId="ADAL" clId="{EDF71F61-F262-4538-90B0-2209CE143457}" dt="2026-07-09T09:35:04.468" v="8" actId="20577"/>
          <ac:spMkLst>
            <pc:docMk/>
            <pc:sldMk cId="56090840" sldId="258"/>
            <ac:spMk id="22" creationId="{BC619002-0BC6-90FE-406D-89BA605D74B2}"/>
          </ac:spMkLst>
        </pc:spChg>
        <pc:spChg chg="mod">
          <ac:chgData name="Bhavay Jain" userId="8b422e91-d6c3-4145-a473-636ddb59c5a3" providerId="ADAL" clId="{EDF71F61-F262-4538-90B0-2209CE143457}" dt="2026-07-09T09:35:04.495" v="9" actId="20577"/>
          <ac:spMkLst>
            <pc:docMk/>
            <pc:sldMk cId="56090840" sldId="258"/>
            <ac:spMk id="26" creationId="{F8B113D6-A27E-1776-F8C8-4DF8398B22EC}"/>
          </ac:spMkLst>
        </pc:spChg>
        <pc:spChg chg="mod">
          <ac:chgData name="Bhavay Jain" userId="8b422e91-d6c3-4145-a473-636ddb59c5a3" providerId="ADAL" clId="{EDF71F61-F262-4538-90B0-2209CE143457}" dt="2026-07-09T09:35:04.510" v="10" actId="20577"/>
          <ac:spMkLst>
            <pc:docMk/>
            <pc:sldMk cId="56090840" sldId="258"/>
            <ac:spMk id="27" creationId="{494426F6-25AD-DED2-9FC5-BDE895F36576}"/>
          </ac:spMkLst>
        </pc:spChg>
      </pc:sldChg>
      <pc:sldChg chg="modSp mod">
        <pc:chgData name="Bhavay Jain" userId="8b422e91-d6c3-4145-a473-636ddb59c5a3" providerId="ADAL" clId="{EDF71F61-F262-4538-90B0-2209CE143457}" dt="2026-07-09T09:35:04.675" v="13" actId="20577"/>
        <pc:sldMkLst>
          <pc:docMk/>
          <pc:sldMk cId="1074839194" sldId="259"/>
        </pc:sldMkLst>
        <pc:spChg chg="mod">
          <ac:chgData name="Bhavay Jain" userId="8b422e91-d6c3-4145-a473-636ddb59c5a3" providerId="ADAL" clId="{EDF71F61-F262-4538-90B0-2209CE143457}" dt="2026-07-09T09:35:04.618" v="11" actId="20577"/>
          <ac:spMkLst>
            <pc:docMk/>
            <pc:sldMk cId="1074839194" sldId="259"/>
            <ac:spMk id="12" creationId="{C4FE65B0-4C16-1E50-D920-028B70E595BD}"/>
          </ac:spMkLst>
        </pc:spChg>
        <pc:spChg chg="mod">
          <ac:chgData name="Bhavay Jain" userId="8b422e91-d6c3-4145-a473-636ddb59c5a3" providerId="ADAL" clId="{EDF71F61-F262-4538-90B0-2209CE143457}" dt="2026-07-09T09:35:04.649" v="12" actId="20577"/>
          <ac:spMkLst>
            <pc:docMk/>
            <pc:sldMk cId="1074839194" sldId="259"/>
            <ac:spMk id="16" creationId="{8BE434AB-4791-5378-7D75-98B7D81FA0F3}"/>
          </ac:spMkLst>
        </pc:spChg>
        <pc:spChg chg="mod">
          <ac:chgData name="Bhavay Jain" userId="8b422e91-d6c3-4145-a473-636ddb59c5a3" providerId="ADAL" clId="{EDF71F61-F262-4538-90B0-2209CE143457}" dt="2026-07-09T09:35:04.675" v="13" actId="20577"/>
          <ac:spMkLst>
            <pc:docMk/>
            <pc:sldMk cId="1074839194" sldId="259"/>
            <ac:spMk id="20" creationId="{7073CBBD-CA11-9D8E-3384-047D64CAD4C6}"/>
          </ac:spMkLst>
        </pc:spChg>
      </pc:sldChg>
      <pc:sldChg chg="modSp mod">
        <pc:chgData name="Bhavay Jain" userId="8b422e91-d6c3-4145-a473-636ddb59c5a3" providerId="ADAL" clId="{EDF71F61-F262-4538-90B0-2209CE143457}" dt="2026-07-09T09:35:04.860" v="16" actId="20577"/>
        <pc:sldMkLst>
          <pc:docMk/>
          <pc:sldMk cId="390234910" sldId="260"/>
        </pc:sldMkLst>
        <pc:spChg chg="mod">
          <ac:chgData name="Bhavay Jain" userId="8b422e91-d6c3-4145-a473-636ddb59c5a3" providerId="ADAL" clId="{EDF71F61-F262-4538-90B0-2209CE143457}" dt="2026-07-09T09:35:04.754" v="14" actId="20577"/>
          <ac:spMkLst>
            <pc:docMk/>
            <pc:sldMk cId="390234910" sldId="260"/>
            <ac:spMk id="12" creationId="{C7E221A6-B8EB-6FCB-9F37-F575C3E85EB1}"/>
          </ac:spMkLst>
        </pc:spChg>
        <pc:spChg chg="mod">
          <ac:chgData name="Bhavay Jain" userId="8b422e91-d6c3-4145-a473-636ddb59c5a3" providerId="ADAL" clId="{EDF71F61-F262-4538-90B0-2209CE143457}" dt="2026-07-09T09:35:04.780" v="15" actId="20577"/>
          <ac:spMkLst>
            <pc:docMk/>
            <pc:sldMk cId="390234910" sldId="260"/>
            <ac:spMk id="16" creationId="{A915283F-EF44-0B5D-1318-DFC98E312058}"/>
          </ac:spMkLst>
        </pc:spChg>
        <pc:spChg chg="mod">
          <ac:chgData name="Bhavay Jain" userId="8b422e91-d6c3-4145-a473-636ddb59c5a3" providerId="ADAL" clId="{EDF71F61-F262-4538-90B0-2209CE143457}" dt="2026-07-09T09:35:04.860" v="16" actId="20577"/>
          <ac:spMkLst>
            <pc:docMk/>
            <pc:sldMk cId="390234910" sldId="260"/>
            <ac:spMk id="20" creationId="{58E6C4A0-1BAF-C6FE-3D66-E0A2D645E155}"/>
          </ac:spMkLst>
        </pc:spChg>
      </pc:sldChg>
      <pc:sldChg chg="modSp mod">
        <pc:chgData name="Bhavay Jain" userId="8b422e91-d6c3-4145-a473-636ddb59c5a3" providerId="ADAL" clId="{EDF71F61-F262-4538-90B0-2209CE143457}" dt="2026-07-09T09:35:05.236" v="19" actId="20577"/>
        <pc:sldMkLst>
          <pc:docMk/>
          <pc:sldMk cId="1206703920" sldId="262"/>
        </pc:sldMkLst>
        <pc:spChg chg="mod">
          <ac:chgData name="Bhavay Jain" userId="8b422e91-d6c3-4145-a473-636ddb59c5a3" providerId="ADAL" clId="{EDF71F61-F262-4538-90B0-2209CE143457}" dt="2026-07-09T09:35:05.176" v="17" actId="20577"/>
          <ac:spMkLst>
            <pc:docMk/>
            <pc:sldMk cId="1206703920" sldId="262"/>
            <ac:spMk id="12" creationId="{A165F1D7-2099-8ACA-2A75-6BC2D0CD45F2}"/>
          </ac:spMkLst>
        </pc:spChg>
        <pc:spChg chg="mod">
          <ac:chgData name="Bhavay Jain" userId="8b422e91-d6c3-4145-a473-636ddb59c5a3" providerId="ADAL" clId="{EDF71F61-F262-4538-90B0-2209CE143457}" dt="2026-07-09T09:35:05.207" v="18" actId="20577"/>
          <ac:spMkLst>
            <pc:docMk/>
            <pc:sldMk cId="1206703920" sldId="262"/>
            <ac:spMk id="16" creationId="{011DB38B-EEFF-3749-5C22-21430B701829}"/>
          </ac:spMkLst>
        </pc:spChg>
        <pc:spChg chg="mod">
          <ac:chgData name="Bhavay Jain" userId="8b422e91-d6c3-4145-a473-636ddb59c5a3" providerId="ADAL" clId="{EDF71F61-F262-4538-90B0-2209CE143457}" dt="2026-07-09T09:35:05.236" v="19" actId="20577"/>
          <ac:spMkLst>
            <pc:docMk/>
            <pc:sldMk cId="1206703920" sldId="262"/>
            <ac:spMk id="20" creationId="{A3B2740B-61D5-4A64-8BA9-7E6D43DE6E8C}"/>
          </ac:spMkLst>
        </pc:spChg>
      </pc:sldChg>
      <pc:sldChg chg="addSp modSp add mod">
        <pc:chgData name="Bhavay Jain" userId="8b422e91-d6c3-4145-a473-636ddb59c5a3" providerId="ADAL" clId="{EDF71F61-F262-4538-90B0-2209CE143457}" dt="2026-07-09T09:37:32.619" v="501" actId="948"/>
        <pc:sldMkLst>
          <pc:docMk/>
          <pc:sldMk cId="774295264" sldId="264"/>
        </pc:sldMkLst>
        <pc:spChg chg="add mod">
          <ac:chgData name="Bhavay Jain" userId="8b422e91-d6c3-4145-a473-636ddb59c5a3" providerId="ADAL" clId="{EDF71F61-F262-4538-90B0-2209CE143457}" dt="2026-07-09T09:37:30.870" v="265"/>
          <ac:spMkLst>
            <pc:docMk/>
            <pc:sldMk cId="774295264" sldId="264"/>
            <ac:spMk id="2" creationId="{1B9674B8-83EB-9B99-8885-251D782960AA}"/>
          </ac:spMkLst>
        </pc:spChg>
        <pc:spChg chg="add mod">
          <ac:chgData name="Bhavay Jain" userId="8b422e91-d6c3-4145-a473-636ddb59c5a3" providerId="ADAL" clId="{EDF71F61-F262-4538-90B0-2209CE143457}" dt="2026-07-09T09:37:30.897" v="268"/>
          <ac:spMkLst>
            <pc:docMk/>
            <pc:sldMk cId="774295264" sldId="264"/>
            <ac:spMk id="3" creationId="{D7CA641E-F7B7-C6CB-ACCC-949757BFE136}"/>
          </ac:spMkLst>
        </pc:spChg>
        <pc:spChg chg="add mod">
          <ac:chgData name="Bhavay Jain" userId="8b422e91-d6c3-4145-a473-636ddb59c5a3" providerId="ADAL" clId="{EDF71F61-F262-4538-90B0-2209CE143457}" dt="2026-07-09T09:37:31.144" v="281" actId="948"/>
          <ac:spMkLst>
            <pc:docMk/>
            <pc:sldMk cId="774295264" sldId="264"/>
            <ac:spMk id="4" creationId="{645793AC-01E1-84A6-DD0C-D11169FBF46A}"/>
          </ac:spMkLst>
        </pc:spChg>
        <pc:spChg chg="add mod">
          <ac:chgData name="Bhavay Jain" userId="8b422e91-d6c3-4145-a473-636ddb59c5a3" providerId="ADAL" clId="{EDF71F61-F262-4538-90B0-2209CE143457}" dt="2026-07-09T09:37:31.233" v="290"/>
          <ac:spMkLst>
            <pc:docMk/>
            <pc:sldMk cId="774295264" sldId="264"/>
            <ac:spMk id="5" creationId="{352C8BA1-5343-9670-4579-37121668C8FE}"/>
          </ac:spMkLst>
        </pc:spChg>
        <pc:spChg chg="add mod">
          <ac:chgData name="Bhavay Jain" userId="8b422e91-d6c3-4145-a473-636ddb59c5a3" providerId="ADAL" clId="{EDF71F61-F262-4538-90B0-2209CE143457}" dt="2026-07-09T09:37:31.285" v="303" actId="948"/>
          <ac:spMkLst>
            <pc:docMk/>
            <pc:sldMk cId="774295264" sldId="264"/>
            <ac:spMk id="6" creationId="{99605BF7-7563-4DF1-5B4E-4B2C19AB12BD}"/>
          </ac:spMkLst>
        </pc:spChg>
        <pc:spChg chg="add mod">
          <ac:chgData name="Bhavay Jain" userId="8b422e91-d6c3-4145-a473-636ddb59c5a3" providerId="ADAL" clId="{EDF71F61-F262-4538-90B0-2209CE143457}" dt="2026-07-09T09:37:31.339" v="316" actId="948"/>
          <ac:spMkLst>
            <pc:docMk/>
            <pc:sldMk cId="774295264" sldId="264"/>
            <ac:spMk id="7" creationId="{3FDC1B4D-4F99-750A-C22A-810F72208D46}"/>
          </ac:spMkLst>
        </pc:spChg>
        <pc:spChg chg="add mod">
          <ac:chgData name="Bhavay Jain" userId="8b422e91-d6c3-4145-a473-636ddb59c5a3" providerId="ADAL" clId="{EDF71F61-F262-4538-90B0-2209CE143457}" dt="2026-07-09T09:37:31.418" v="328" actId="948"/>
          <ac:spMkLst>
            <pc:docMk/>
            <pc:sldMk cId="774295264" sldId="264"/>
            <ac:spMk id="8" creationId="{9B2FD950-8723-BB5A-0935-FDD7B6526BBF}"/>
          </ac:spMkLst>
        </pc:spChg>
        <pc:spChg chg="add mod">
          <ac:chgData name="Bhavay Jain" userId="8b422e91-d6c3-4145-a473-636ddb59c5a3" providerId="ADAL" clId="{EDF71F61-F262-4538-90B0-2209CE143457}" dt="2026-07-09T09:37:31.526" v="336" actId="14861"/>
          <ac:spMkLst>
            <pc:docMk/>
            <pc:sldMk cId="774295264" sldId="264"/>
            <ac:spMk id="9" creationId="{6B9DCD56-F02A-9E0E-8AA7-740356794D61}"/>
          </ac:spMkLst>
        </pc:spChg>
        <pc:spChg chg="add mod">
          <ac:chgData name="Bhavay Jain" userId="8b422e91-d6c3-4145-a473-636ddb59c5a3" providerId="ADAL" clId="{EDF71F61-F262-4538-90B0-2209CE143457}" dt="2026-07-09T09:37:31.548" v="339"/>
          <ac:spMkLst>
            <pc:docMk/>
            <pc:sldMk cId="774295264" sldId="264"/>
            <ac:spMk id="10" creationId="{851621D6-99AD-ACB1-0E87-7520B0FBB3B0}"/>
          </ac:spMkLst>
        </pc:spChg>
        <pc:spChg chg="add mod">
          <ac:chgData name="Bhavay Jain" userId="8b422e91-d6c3-4145-a473-636ddb59c5a3" providerId="ADAL" clId="{EDF71F61-F262-4538-90B0-2209CE143457}" dt="2026-07-09T09:37:31.627" v="352" actId="948"/>
          <ac:spMkLst>
            <pc:docMk/>
            <pc:sldMk cId="774295264" sldId="264"/>
            <ac:spMk id="11" creationId="{74A56F5A-3506-D2CB-3D9E-50C3941F9F28}"/>
          </ac:spMkLst>
        </pc:spChg>
        <pc:spChg chg="add mod">
          <ac:chgData name="Bhavay Jain" userId="8b422e91-d6c3-4145-a473-636ddb59c5a3" providerId="ADAL" clId="{EDF71F61-F262-4538-90B0-2209CE143457}" dt="2026-07-09T09:37:31.725" v="364" actId="948"/>
          <ac:spMkLst>
            <pc:docMk/>
            <pc:sldMk cId="774295264" sldId="264"/>
            <ac:spMk id="12" creationId="{47CBFEB3-9683-5EE8-65CB-E332038439C9}"/>
          </ac:spMkLst>
        </pc:spChg>
        <pc:spChg chg="add mod">
          <ac:chgData name="Bhavay Jain" userId="8b422e91-d6c3-4145-a473-636ddb59c5a3" providerId="ADAL" clId="{EDF71F61-F262-4538-90B0-2209CE143457}" dt="2026-07-09T09:37:31.817" v="372" actId="14861"/>
          <ac:spMkLst>
            <pc:docMk/>
            <pc:sldMk cId="774295264" sldId="264"/>
            <ac:spMk id="13" creationId="{FA38EA70-CE0E-F1FE-5DB8-5E80BB6D5D44}"/>
          </ac:spMkLst>
        </pc:spChg>
        <pc:spChg chg="add mod">
          <ac:chgData name="Bhavay Jain" userId="8b422e91-d6c3-4145-a473-636ddb59c5a3" providerId="ADAL" clId="{EDF71F61-F262-4538-90B0-2209CE143457}" dt="2026-07-09T09:37:31.836" v="375"/>
          <ac:spMkLst>
            <pc:docMk/>
            <pc:sldMk cId="774295264" sldId="264"/>
            <ac:spMk id="14" creationId="{B2E4AB5C-BC1D-4FF0-6921-ECD7DBF61075}"/>
          </ac:spMkLst>
        </pc:spChg>
        <pc:spChg chg="add mod">
          <ac:chgData name="Bhavay Jain" userId="8b422e91-d6c3-4145-a473-636ddb59c5a3" providerId="ADAL" clId="{EDF71F61-F262-4538-90B0-2209CE143457}" dt="2026-07-09T09:37:31.923" v="388" actId="948"/>
          <ac:spMkLst>
            <pc:docMk/>
            <pc:sldMk cId="774295264" sldId="264"/>
            <ac:spMk id="15" creationId="{301D21BE-DB70-437D-8764-4A62060D85BE}"/>
          </ac:spMkLst>
        </pc:spChg>
        <pc:spChg chg="add mod">
          <ac:chgData name="Bhavay Jain" userId="8b422e91-d6c3-4145-a473-636ddb59c5a3" providerId="ADAL" clId="{EDF71F61-F262-4538-90B0-2209CE143457}" dt="2026-07-09T09:37:32.035" v="400" actId="948"/>
          <ac:spMkLst>
            <pc:docMk/>
            <pc:sldMk cId="774295264" sldId="264"/>
            <ac:spMk id="16" creationId="{BD361612-D7CE-BF77-7770-E29736007D8D}"/>
          </ac:spMkLst>
        </pc:spChg>
        <pc:spChg chg="add mod">
          <ac:chgData name="Bhavay Jain" userId="8b422e91-d6c3-4145-a473-636ddb59c5a3" providerId="ADAL" clId="{EDF71F61-F262-4538-90B0-2209CE143457}" dt="2026-07-09T09:37:32.086" v="408" actId="14861"/>
          <ac:spMkLst>
            <pc:docMk/>
            <pc:sldMk cId="774295264" sldId="264"/>
            <ac:spMk id="17" creationId="{02283D1C-D126-CE71-4523-22D5AE58E5D0}"/>
          </ac:spMkLst>
        </pc:spChg>
        <pc:spChg chg="add mod">
          <ac:chgData name="Bhavay Jain" userId="8b422e91-d6c3-4145-a473-636ddb59c5a3" providerId="ADAL" clId="{EDF71F61-F262-4538-90B0-2209CE143457}" dt="2026-07-09T09:37:32.105" v="411"/>
          <ac:spMkLst>
            <pc:docMk/>
            <pc:sldMk cId="774295264" sldId="264"/>
            <ac:spMk id="18" creationId="{D9ACD2BF-2590-6C27-8474-22255A55AA83}"/>
          </ac:spMkLst>
        </pc:spChg>
        <pc:spChg chg="add mod">
          <ac:chgData name="Bhavay Jain" userId="8b422e91-d6c3-4145-a473-636ddb59c5a3" providerId="ADAL" clId="{EDF71F61-F262-4538-90B0-2209CE143457}" dt="2026-07-09T09:37:32.167" v="424" actId="948"/>
          <ac:spMkLst>
            <pc:docMk/>
            <pc:sldMk cId="774295264" sldId="264"/>
            <ac:spMk id="19" creationId="{DDF07EE8-801D-975A-7A9C-6DD813631780}"/>
          </ac:spMkLst>
        </pc:spChg>
        <pc:spChg chg="add mod">
          <ac:chgData name="Bhavay Jain" userId="8b422e91-d6c3-4145-a473-636ddb59c5a3" providerId="ADAL" clId="{EDF71F61-F262-4538-90B0-2209CE143457}" dt="2026-07-09T09:37:32.248" v="436" actId="948"/>
          <ac:spMkLst>
            <pc:docMk/>
            <pc:sldMk cId="774295264" sldId="264"/>
            <ac:spMk id="20" creationId="{F88A33EB-63D4-C96A-C6F7-EDA535160712}"/>
          </ac:spMkLst>
        </pc:spChg>
        <pc:spChg chg="add mod">
          <ac:chgData name="Bhavay Jain" userId="8b422e91-d6c3-4145-a473-636ddb59c5a3" providerId="ADAL" clId="{EDF71F61-F262-4538-90B0-2209CE143457}" dt="2026-07-09T09:37:32.287" v="444" actId="14861"/>
          <ac:spMkLst>
            <pc:docMk/>
            <pc:sldMk cId="774295264" sldId="264"/>
            <ac:spMk id="21" creationId="{4DB545FD-6D11-9278-D47E-CB586A84A52F}"/>
          </ac:spMkLst>
        </pc:spChg>
        <pc:spChg chg="add mod">
          <ac:chgData name="Bhavay Jain" userId="8b422e91-d6c3-4145-a473-636ddb59c5a3" providerId="ADAL" clId="{EDF71F61-F262-4538-90B0-2209CE143457}" dt="2026-07-09T09:37:32.301" v="447"/>
          <ac:spMkLst>
            <pc:docMk/>
            <pc:sldMk cId="774295264" sldId="264"/>
            <ac:spMk id="22" creationId="{888472E2-FFD6-7046-AD9F-8A01DE618C4B}"/>
          </ac:spMkLst>
        </pc:spChg>
        <pc:spChg chg="add mod">
          <ac:chgData name="Bhavay Jain" userId="8b422e91-d6c3-4145-a473-636ddb59c5a3" providerId="ADAL" clId="{EDF71F61-F262-4538-90B0-2209CE143457}" dt="2026-07-09T09:37:32.353" v="460" actId="948"/>
          <ac:spMkLst>
            <pc:docMk/>
            <pc:sldMk cId="774295264" sldId="264"/>
            <ac:spMk id="23" creationId="{D3AE5434-374B-CE7F-75BB-354EC9323009}"/>
          </ac:spMkLst>
        </pc:spChg>
        <pc:spChg chg="add mod">
          <ac:chgData name="Bhavay Jain" userId="8b422e91-d6c3-4145-a473-636ddb59c5a3" providerId="ADAL" clId="{EDF71F61-F262-4538-90B0-2209CE143457}" dt="2026-07-09T09:37:32.415" v="472" actId="948"/>
          <ac:spMkLst>
            <pc:docMk/>
            <pc:sldMk cId="774295264" sldId="264"/>
            <ac:spMk id="24" creationId="{F7B2D93A-827B-E4DC-790B-EC9BBF2D34B4}"/>
          </ac:spMkLst>
        </pc:spChg>
        <pc:spChg chg="add mod">
          <ac:chgData name="Bhavay Jain" userId="8b422e91-d6c3-4145-a473-636ddb59c5a3" providerId="ADAL" clId="{EDF71F61-F262-4538-90B0-2209CE143457}" dt="2026-07-09T09:37:32.554" v="488" actId="1582"/>
          <ac:spMkLst>
            <pc:docMk/>
            <pc:sldMk cId="774295264" sldId="264"/>
            <ac:spMk id="28" creationId="{F70ED0BF-C38D-7EA4-80DA-FDF49E149947}"/>
          </ac:spMkLst>
        </pc:spChg>
        <pc:spChg chg="add mod">
          <ac:chgData name="Bhavay Jain" userId="8b422e91-d6c3-4145-a473-636ddb59c5a3" providerId="ADAL" clId="{EDF71F61-F262-4538-90B0-2209CE143457}" dt="2026-07-09T09:37:32.619" v="501" actId="948"/>
          <ac:spMkLst>
            <pc:docMk/>
            <pc:sldMk cId="774295264" sldId="264"/>
            <ac:spMk id="29" creationId="{2A3D4377-3A63-B124-FFC8-86B3BE98FBE2}"/>
          </ac:spMkLst>
        </pc:spChg>
        <pc:cxnChg chg="add mod">
          <ac:chgData name="Bhavay Jain" userId="8b422e91-d6c3-4145-a473-636ddb59c5a3" providerId="ADAL" clId="{EDF71F61-F262-4538-90B0-2209CE143457}" dt="2026-07-09T09:37:32.463" v="476"/>
          <ac:cxnSpMkLst>
            <pc:docMk/>
            <pc:sldMk cId="774295264" sldId="264"/>
            <ac:cxnSpMk id="25" creationId="{D48F242C-E3C1-105E-5B14-8DF1DCB439E8}"/>
          </ac:cxnSpMkLst>
        </pc:cxnChg>
        <pc:cxnChg chg="add mod">
          <ac:chgData name="Bhavay Jain" userId="8b422e91-d6c3-4145-a473-636ddb59c5a3" providerId="ADAL" clId="{EDF71F61-F262-4538-90B0-2209CE143457}" dt="2026-07-09T09:37:32.484" v="480"/>
          <ac:cxnSpMkLst>
            <pc:docMk/>
            <pc:sldMk cId="774295264" sldId="264"/>
            <ac:cxnSpMk id="26" creationId="{2C047B08-39F3-0C61-B1E9-6301591D23F3}"/>
          </ac:cxnSpMkLst>
        </pc:cxnChg>
        <pc:cxnChg chg="add mod">
          <ac:chgData name="Bhavay Jain" userId="8b422e91-d6c3-4145-a473-636ddb59c5a3" providerId="ADAL" clId="{EDF71F61-F262-4538-90B0-2209CE143457}" dt="2026-07-09T09:37:32.523" v="484"/>
          <ac:cxnSpMkLst>
            <pc:docMk/>
            <pc:sldMk cId="774295264" sldId="264"/>
            <ac:cxnSpMk id="27" creationId="{87ABD49D-2B71-9643-D5DF-5A5ED1544A42}"/>
          </ac:cxnSpMkLst>
        </pc:cxnChg>
      </pc:sldChg>
      <pc:sldChg chg="addSp modSp add del mod">
        <pc:chgData name="Bhavay Jain" userId="8b422e91-d6c3-4145-a473-636ddb59c5a3" providerId="ADAL" clId="{EDF71F61-F262-4538-90B0-2209CE143457}" dt="2026-07-09T09:37:30.614" v="261" actId="2696"/>
        <pc:sldMkLst>
          <pc:docMk/>
          <pc:sldMk cId="2980330239" sldId="264"/>
        </pc:sldMkLst>
        <pc:spChg chg="add mod">
          <ac:chgData name="Bhavay Jain" userId="8b422e91-d6c3-4145-a473-636ddb59c5a3" providerId="ADAL" clId="{EDF71F61-F262-4538-90B0-2209CE143457}" dt="2026-07-09T09:36:18.592" v="24"/>
          <ac:spMkLst>
            <pc:docMk/>
            <pc:sldMk cId="2980330239" sldId="264"/>
            <ac:spMk id="2" creationId="{C22FF6EE-C5B5-56A4-18CE-B30D16A43AB7}"/>
          </ac:spMkLst>
        </pc:spChg>
        <pc:spChg chg="add mod">
          <ac:chgData name="Bhavay Jain" userId="8b422e91-d6c3-4145-a473-636ddb59c5a3" providerId="ADAL" clId="{EDF71F61-F262-4538-90B0-2209CE143457}" dt="2026-07-09T09:36:18.611" v="27"/>
          <ac:spMkLst>
            <pc:docMk/>
            <pc:sldMk cId="2980330239" sldId="264"/>
            <ac:spMk id="3" creationId="{65325F8B-C618-E970-1B79-D049BB00C9D4}"/>
          </ac:spMkLst>
        </pc:spChg>
        <pc:spChg chg="add mod">
          <ac:chgData name="Bhavay Jain" userId="8b422e91-d6c3-4145-a473-636ddb59c5a3" providerId="ADAL" clId="{EDF71F61-F262-4538-90B0-2209CE143457}" dt="2026-07-09T09:36:18.870" v="40" actId="948"/>
          <ac:spMkLst>
            <pc:docMk/>
            <pc:sldMk cId="2980330239" sldId="264"/>
            <ac:spMk id="4" creationId="{BBB1AEA9-9CDB-9106-7BDB-E273B795F0B7}"/>
          </ac:spMkLst>
        </pc:spChg>
        <pc:spChg chg="add mod">
          <ac:chgData name="Bhavay Jain" userId="8b422e91-d6c3-4145-a473-636ddb59c5a3" providerId="ADAL" clId="{EDF71F61-F262-4538-90B0-2209CE143457}" dt="2026-07-09T09:36:18.955" v="49"/>
          <ac:spMkLst>
            <pc:docMk/>
            <pc:sldMk cId="2980330239" sldId="264"/>
            <ac:spMk id="5" creationId="{7DD4BE66-2049-22E1-B7EB-582A5BAA16DA}"/>
          </ac:spMkLst>
        </pc:spChg>
        <pc:spChg chg="add mod">
          <ac:chgData name="Bhavay Jain" userId="8b422e91-d6c3-4145-a473-636ddb59c5a3" providerId="ADAL" clId="{EDF71F61-F262-4538-90B0-2209CE143457}" dt="2026-07-09T09:36:19.006" v="62" actId="948"/>
          <ac:spMkLst>
            <pc:docMk/>
            <pc:sldMk cId="2980330239" sldId="264"/>
            <ac:spMk id="6" creationId="{9C496B6C-669F-7ADB-03D8-1BC9410E8907}"/>
          </ac:spMkLst>
        </pc:spChg>
        <pc:spChg chg="add mod">
          <ac:chgData name="Bhavay Jain" userId="8b422e91-d6c3-4145-a473-636ddb59c5a3" providerId="ADAL" clId="{EDF71F61-F262-4538-90B0-2209CE143457}" dt="2026-07-09T09:36:19.049" v="75" actId="948"/>
          <ac:spMkLst>
            <pc:docMk/>
            <pc:sldMk cId="2980330239" sldId="264"/>
            <ac:spMk id="7" creationId="{AB75409B-0295-14FC-7BDC-56BA9ACDE950}"/>
          </ac:spMkLst>
        </pc:spChg>
        <pc:spChg chg="add mod">
          <ac:chgData name="Bhavay Jain" userId="8b422e91-d6c3-4145-a473-636ddb59c5a3" providerId="ADAL" clId="{EDF71F61-F262-4538-90B0-2209CE143457}" dt="2026-07-09T09:36:19.103" v="87" actId="948"/>
          <ac:spMkLst>
            <pc:docMk/>
            <pc:sldMk cId="2980330239" sldId="264"/>
            <ac:spMk id="8" creationId="{6AE0B446-5934-1BE7-87F6-639BF9E7E80D}"/>
          </ac:spMkLst>
        </pc:spChg>
        <pc:spChg chg="add mod">
          <ac:chgData name="Bhavay Jain" userId="8b422e91-d6c3-4145-a473-636ddb59c5a3" providerId="ADAL" clId="{EDF71F61-F262-4538-90B0-2209CE143457}" dt="2026-07-09T09:36:19.224" v="95" actId="14861"/>
          <ac:spMkLst>
            <pc:docMk/>
            <pc:sldMk cId="2980330239" sldId="264"/>
            <ac:spMk id="9" creationId="{D28ABD9A-E7D6-1C8E-B0DD-E2D6587CB01B}"/>
          </ac:spMkLst>
        </pc:spChg>
        <pc:spChg chg="add mod">
          <ac:chgData name="Bhavay Jain" userId="8b422e91-d6c3-4145-a473-636ddb59c5a3" providerId="ADAL" clId="{EDF71F61-F262-4538-90B0-2209CE143457}" dt="2026-07-09T09:36:19.241" v="98"/>
          <ac:spMkLst>
            <pc:docMk/>
            <pc:sldMk cId="2980330239" sldId="264"/>
            <ac:spMk id="10" creationId="{ACF65171-B48B-89AA-5AA6-F8D2AEA851AA}"/>
          </ac:spMkLst>
        </pc:spChg>
        <pc:spChg chg="add mod">
          <ac:chgData name="Bhavay Jain" userId="8b422e91-d6c3-4145-a473-636ddb59c5a3" providerId="ADAL" clId="{EDF71F61-F262-4538-90B0-2209CE143457}" dt="2026-07-09T09:36:19.307" v="111" actId="948"/>
          <ac:spMkLst>
            <pc:docMk/>
            <pc:sldMk cId="2980330239" sldId="264"/>
            <ac:spMk id="11" creationId="{C0A6D047-017B-C8AC-F300-02B0FF9747A7}"/>
          </ac:spMkLst>
        </pc:spChg>
        <pc:spChg chg="add mod">
          <ac:chgData name="Bhavay Jain" userId="8b422e91-d6c3-4145-a473-636ddb59c5a3" providerId="ADAL" clId="{EDF71F61-F262-4538-90B0-2209CE143457}" dt="2026-07-09T09:36:19.392" v="123" actId="948"/>
          <ac:spMkLst>
            <pc:docMk/>
            <pc:sldMk cId="2980330239" sldId="264"/>
            <ac:spMk id="12" creationId="{FF9B6DE2-F105-496A-0C17-FE52FCCF627B}"/>
          </ac:spMkLst>
        </pc:spChg>
        <pc:spChg chg="add mod">
          <ac:chgData name="Bhavay Jain" userId="8b422e91-d6c3-4145-a473-636ddb59c5a3" providerId="ADAL" clId="{EDF71F61-F262-4538-90B0-2209CE143457}" dt="2026-07-09T09:36:19.456" v="135" actId="14861"/>
          <ac:spMkLst>
            <pc:docMk/>
            <pc:sldMk cId="2980330239" sldId="264"/>
            <ac:spMk id="14" creationId="{C02C0BBD-F884-1130-BF3D-EDEF842E7145}"/>
          </ac:spMkLst>
        </pc:spChg>
        <pc:spChg chg="add mod">
          <ac:chgData name="Bhavay Jain" userId="8b422e91-d6c3-4145-a473-636ddb59c5a3" providerId="ADAL" clId="{EDF71F61-F262-4538-90B0-2209CE143457}" dt="2026-07-09T09:36:19.469" v="138"/>
          <ac:spMkLst>
            <pc:docMk/>
            <pc:sldMk cId="2980330239" sldId="264"/>
            <ac:spMk id="15" creationId="{622548D1-395C-FC4F-CF01-B1C3424E3765}"/>
          </ac:spMkLst>
        </pc:spChg>
        <pc:spChg chg="add mod">
          <ac:chgData name="Bhavay Jain" userId="8b422e91-d6c3-4145-a473-636ddb59c5a3" providerId="ADAL" clId="{EDF71F61-F262-4538-90B0-2209CE143457}" dt="2026-07-09T09:36:19.540" v="151" actId="948"/>
          <ac:spMkLst>
            <pc:docMk/>
            <pc:sldMk cId="2980330239" sldId="264"/>
            <ac:spMk id="16" creationId="{9DF8F733-57FF-657B-5813-784145D5F948}"/>
          </ac:spMkLst>
        </pc:spChg>
        <pc:spChg chg="add mod">
          <ac:chgData name="Bhavay Jain" userId="8b422e91-d6c3-4145-a473-636ddb59c5a3" providerId="ADAL" clId="{EDF71F61-F262-4538-90B0-2209CE143457}" dt="2026-07-09T09:36:19.580" v="163" actId="948"/>
          <ac:spMkLst>
            <pc:docMk/>
            <pc:sldMk cId="2980330239" sldId="264"/>
            <ac:spMk id="17" creationId="{E9460602-40C7-FC39-00FD-CA5EAE1FD5C1}"/>
          </ac:spMkLst>
        </pc:spChg>
        <pc:spChg chg="add mod">
          <ac:chgData name="Bhavay Jain" userId="8b422e91-d6c3-4145-a473-636ddb59c5a3" providerId="ADAL" clId="{EDF71F61-F262-4538-90B0-2209CE143457}" dt="2026-07-09T09:36:19.620" v="175" actId="14861"/>
          <ac:spMkLst>
            <pc:docMk/>
            <pc:sldMk cId="2980330239" sldId="264"/>
            <ac:spMk id="19" creationId="{754AB502-BCAE-6574-C7E3-278D00E7E5AE}"/>
          </ac:spMkLst>
        </pc:spChg>
        <pc:spChg chg="add mod">
          <ac:chgData name="Bhavay Jain" userId="8b422e91-d6c3-4145-a473-636ddb59c5a3" providerId="ADAL" clId="{EDF71F61-F262-4538-90B0-2209CE143457}" dt="2026-07-09T09:36:19.635" v="178"/>
          <ac:spMkLst>
            <pc:docMk/>
            <pc:sldMk cId="2980330239" sldId="264"/>
            <ac:spMk id="20" creationId="{E41824DE-4825-9222-797C-F2FB1CE9B39A}"/>
          </ac:spMkLst>
        </pc:spChg>
        <pc:spChg chg="add mod">
          <ac:chgData name="Bhavay Jain" userId="8b422e91-d6c3-4145-a473-636ddb59c5a3" providerId="ADAL" clId="{EDF71F61-F262-4538-90B0-2209CE143457}" dt="2026-07-09T09:36:19.683" v="191" actId="948"/>
          <ac:spMkLst>
            <pc:docMk/>
            <pc:sldMk cId="2980330239" sldId="264"/>
            <ac:spMk id="21" creationId="{37E01252-B8B9-E002-B726-766369030787}"/>
          </ac:spMkLst>
        </pc:spChg>
        <pc:spChg chg="add mod">
          <ac:chgData name="Bhavay Jain" userId="8b422e91-d6c3-4145-a473-636ddb59c5a3" providerId="ADAL" clId="{EDF71F61-F262-4538-90B0-2209CE143457}" dt="2026-07-09T09:36:19.734" v="203" actId="948"/>
          <ac:spMkLst>
            <pc:docMk/>
            <pc:sldMk cId="2980330239" sldId="264"/>
            <ac:spMk id="22" creationId="{B9F35A07-08D9-037D-7903-2BEFD7E3B3E2}"/>
          </ac:spMkLst>
        </pc:spChg>
        <pc:spChg chg="add mod">
          <ac:chgData name="Bhavay Jain" userId="8b422e91-d6c3-4145-a473-636ddb59c5a3" providerId="ADAL" clId="{EDF71F61-F262-4538-90B0-2209CE143457}" dt="2026-07-09T09:36:19.785" v="215" actId="14861"/>
          <ac:spMkLst>
            <pc:docMk/>
            <pc:sldMk cId="2980330239" sldId="264"/>
            <ac:spMk id="24" creationId="{3C094C0A-C1EB-94A7-A265-4519AB0451B3}"/>
          </ac:spMkLst>
        </pc:spChg>
        <pc:spChg chg="add mod">
          <ac:chgData name="Bhavay Jain" userId="8b422e91-d6c3-4145-a473-636ddb59c5a3" providerId="ADAL" clId="{EDF71F61-F262-4538-90B0-2209CE143457}" dt="2026-07-09T09:36:19.816" v="218"/>
          <ac:spMkLst>
            <pc:docMk/>
            <pc:sldMk cId="2980330239" sldId="264"/>
            <ac:spMk id="25" creationId="{21838303-3B02-8F4E-7B34-6F6EC596D9F0}"/>
          </ac:spMkLst>
        </pc:spChg>
        <pc:spChg chg="add mod">
          <ac:chgData name="Bhavay Jain" userId="8b422e91-d6c3-4145-a473-636ddb59c5a3" providerId="ADAL" clId="{EDF71F61-F262-4538-90B0-2209CE143457}" dt="2026-07-09T09:36:19.864" v="231" actId="948"/>
          <ac:spMkLst>
            <pc:docMk/>
            <pc:sldMk cId="2980330239" sldId="264"/>
            <ac:spMk id="26" creationId="{A843D151-DA89-94C9-5286-0CC209BF7702}"/>
          </ac:spMkLst>
        </pc:spChg>
        <pc:spChg chg="add mod">
          <ac:chgData name="Bhavay Jain" userId="8b422e91-d6c3-4145-a473-636ddb59c5a3" providerId="ADAL" clId="{EDF71F61-F262-4538-90B0-2209CE143457}" dt="2026-07-09T09:36:19.953" v="243" actId="948"/>
          <ac:spMkLst>
            <pc:docMk/>
            <pc:sldMk cId="2980330239" sldId="264"/>
            <ac:spMk id="27" creationId="{89DFAE69-F218-896B-E416-4CC0DBF78DC7}"/>
          </ac:spMkLst>
        </pc:spChg>
        <pc:spChg chg="add mod">
          <ac:chgData name="Bhavay Jain" userId="8b422e91-d6c3-4145-a473-636ddb59c5a3" providerId="ADAL" clId="{EDF71F61-F262-4538-90B0-2209CE143457}" dt="2026-07-09T09:36:19.973" v="247" actId="1582"/>
          <ac:spMkLst>
            <pc:docMk/>
            <pc:sldMk cId="2980330239" sldId="264"/>
            <ac:spMk id="28" creationId="{7A994B98-85EC-0367-60C8-674172B588CC}"/>
          </ac:spMkLst>
        </pc:spChg>
        <pc:spChg chg="add mod">
          <ac:chgData name="Bhavay Jain" userId="8b422e91-d6c3-4145-a473-636ddb59c5a3" providerId="ADAL" clId="{EDF71F61-F262-4538-90B0-2209CE143457}" dt="2026-07-09T09:36:20.015" v="260" actId="948"/>
          <ac:spMkLst>
            <pc:docMk/>
            <pc:sldMk cId="2980330239" sldId="264"/>
            <ac:spMk id="29" creationId="{EBAC8424-546E-F268-919A-0388F88F64AE}"/>
          </ac:spMkLst>
        </pc:spChg>
        <pc:cxnChg chg="add mod">
          <ac:chgData name="Bhavay Jain" userId="8b422e91-d6c3-4145-a473-636ddb59c5a3" providerId="ADAL" clId="{EDF71F61-F262-4538-90B0-2209CE143457}" dt="2026-07-09T09:36:19.429" v="127"/>
          <ac:cxnSpMkLst>
            <pc:docMk/>
            <pc:sldMk cId="2980330239" sldId="264"/>
            <ac:cxnSpMk id="13" creationId="{6FA98EF3-B400-3771-E0CC-4A3E88A2BFE4}"/>
          </ac:cxnSpMkLst>
        </pc:cxnChg>
        <pc:cxnChg chg="add mod">
          <ac:chgData name="Bhavay Jain" userId="8b422e91-d6c3-4145-a473-636ddb59c5a3" providerId="ADAL" clId="{EDF71F61-F262-4538-90B0-2209CE143457}" dt="2026-07-09T09:36:19.594" v="167"/>
          <ac:cxnSpMkLst>
            <pc:docMk/>
            <pc:sldMk cId="2980330239" sldId="264"/>
            <ac:cxnSpMk id="18" creationId="{DAAB3A2F-B78D-F34F-B7EB-C044F8F7B5DF}"/>
          </ac:cxnSpMkLst>
        </pc:cxnChg>
        <pc:cxnChg chg="add mod">
          <ac:chgData name="Bhavay Jain" userId="8b422e91-d6c3-4145-a473-636ddb59c5a3" providerId="ADAL" clId="{EDF71F61-F262-4538-90B0-2209CE143457}" dt="2026-07-09T09:36:19.750" v="207"/>
          <ac:cxnSpMkLst>
            <pc:docMk/>
            <pc:sldMk cId="2980330239" sldId="264"/>
            <ac:cxnSpMk id="23" creationId="{1C2564A1-94CB-C22A-F17B-4A3DC6C67DC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7AE2-6753-940E-BDCB-F47EE6EA6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000" y="1870605"/>
            <a:ext cx="15240000" cy="397933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ABD2B-5B30-EDC9-8BDF-1DA86AD2E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0" y="6003397"/>
            <a:ext cx="15240000" cy="275960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A19E0-DDFD-7205-221C-DAC7C756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77E7A-CD45-194F-85F1-A32747FF4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B5CA5-7B5E-3FFC-F3C3-40E38437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70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445B-D64C-22AB-DB19-C99A5C78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9AA5D-9E01-BCFA-D68C-6677F28AB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4C09F-4813-0B30-2754-75B107D06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31560-CBA0-E3CD-C6AF-E6F85698A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283-3F8C-6129-081C-8D2C3936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4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0A06-4D41-D4F6-6640-12F6B1E7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417" y="2849566"/>
            <a:ext cx="17526000" cy="47545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7A545-C49F-04E6-A79D-42385E7CA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6417" y="7649107"/>
            <a:ext cx="17526000" cy="250031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2BCC6-4254-D405-ED55-7EDDACD5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13D87-E2EA-975E-4880-CADA5EA5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2D4FF-AFCB-451C-71F6-2FB9765D4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4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E54F-74C9-70B2-D50A-3688F64A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8B974-26F9-784F-A194-8D8A8E474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7000" y="3042708"/>
            <a:ext cx="86360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B60E6-879F-B2A8-4EAE-5B2F79560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87000" y="3042708"/>
            <a:ext cx="8636000" cy="7252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11F4E-A655-4C32-B307-89CEE8262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9092F-0175-B97A-EDED-49973BFA2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57130-1B1F-5173-9D6A-E8BACDB7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8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B368-8A15-5117-9284-398261BF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47" y="608544"/>
            <a:ext cx="17526000" cy="22092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5A6F0-7E62-592A-F977-18E1BB849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9647" y="2801938"/>
            <a:ext cx="8596312" cy="13731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E8E25-3C07-CAF2-42BD-E42C223C4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99647" y="4175125"/>
            <a:ext cx="8596312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A49F8-BE13-D88A-6CD1-0BA849A45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287001" y="2801938"/>
            <a:ext cx="8638647" cy="13731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7A82A-5AB3-ADAF-6C4F-4DFB22D51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287001" y="4175125"/>
            <a:ext cx="8638647" cy="6140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83639-1532-F99C-72D8-8E701C94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E6F872-8F8B-D1D3-67C8-2739A820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7DB747-2564-6B71-CD1E-B060AEDC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5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9D31-647C-1F5A-9DFA-AF2827F37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17977-D0B6-BFB8-E6C1-7EF8FA76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D7CBF-F152-3ED9-BE58-5E19055CA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DEB23-41BF-A016-F5A4-5DB23E169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7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23127-FD15-D76E-CED0-D47EF188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CCD14-84D4-E6B6-A49F-934DBD7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15644-BB2E-0CB4-1FC8-DC7B7924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4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7856-F03B-85FB-CECB-4F6AFE6A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48" y="762000"/>
            <a:ext cx="6553728" cy="2667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CBB0-8EE4-B5EC-C0AF-097E350F0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8647" y="1645711"/>
            <a:ext cx="10287000" cy="81227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BD2E9-C82B-BF97-B0E5-641838991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9648" y="3429000"/>
            <a:ext cx="6553728" cy="63526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96935-7FE0-0783-8982-0BE8718E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59349-EFCD-F539-F391-6D4929B6E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BD3D2-5001-F6DD-4ECD-0589FF1E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5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2A9D-98C5-9E6A-208B-78C0281C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48" y="762000"/>
            <a:ext cx="6553728" cy="2667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2163D4-6182-099F-0639-D65672C63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638647" y="1645711"/>
            <a:ext cx="10287000" cy="812270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6112F-6739-B5A9-7752-ADAD02C24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9648" y="3429000"/>
            <a:ext cx="6553728" cy="63526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68ECE-0B53-A68E-8DA9-C7A6D588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6081-3669-E0CD-73EE-1954BB1A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7342A-AE14-485F-96DF-094CB4F3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6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8595-EEFC-3EE3-C614-E2340BC0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E0742-6D8B-8CB1-3B24-D65F4588E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DAC9F-B706-05EB-9337-EB2304FCF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758FA-B8C3-0399-BC3C-FC317285D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7C405-5871-4FBD-08EE-884198C4B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6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7201B-6568-36EE-8DA5-1D94B0A85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4541500" y="608542"/>
            <a:ext cx="4381500" cy="9686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F4695-F33E-9CB0-F6EB-2AD1BB5F2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97000" y="608542"/>
            <a:ext cx="12890500" cy="96863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8F79D-48E4-18F3-E09D-2AC538076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08D3A-5FF4-1C79-0E1D-18A48D64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F845-DA0F-21AF-806C-2A06B725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2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9E13A0-2217-303D-E4C1-6222E9E6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608544"/>
            <a:ext cx="17526000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5F3E0-CBD6-7D73-2C47-FB86D4398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7000" y="3042708"/>
            <a:ext cx="17526000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F42A4-60C6-5A6F-7DFB-0EE03804A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7000" y="10593919"/>
            <a:ext cx="45720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218DB-B2D2-416C-9EA8-F2C5EE580E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695A9-8D32-6D1B-D958-E75CCB199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1000" y="10593919"/>
            <a:ext cx="68580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416A6-45EF-F82B-9166-F5046D688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51000" y="10593919"/>
            <a:ext cx="4572000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A4E70-D206-4CE2-8F01-77150BBDB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0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4FBB62-562E-E0CD-E2DE-71000ACC3D8D}"/>
              </a:ext>
            </a:extLst>
          </p:cNvPr>
          <p:cNvSpPr/>
          <p:nvPr/>
        </p:nvSpPr>
        <p:spPr>
          <a:xfrm>
            <a:off x="0" y="0"/>
            <a:ext cx="20320000" cy="11430000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506E87-534A-AA91-C5DC-05226680151D}"/>
              </a:ext>
            </a:extLst>
          </p:cNvPr>
          <p:cNvSpPr/>
          <p:nvPr/>
        </p:nvSpPr>
        <p:spPr>
          <a:xfrm>
            <a:off x="0" y="0"/>
            <a:ext cx="20320000" cy="12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C6789-00A3-3831-B50E-03D30E05162B}"/>
              </a:ext>
            </a:extLst>
          </p:cNvPr>
          <p:cNvSpPr txBox="1"/>
          <p:nvPr/>
        </p:nvSpPr>
        <p:spPr>
          <a:xfrm>
            <a:off x="16129000" y="4826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make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318BF4-6241-7EF9-895F-64665F2D0B1F}"/>
              </a:ext>
            </a:extLst>
          </p:cNvPr>
          <p:cNvSpPr/>
          <p:nvPr/>
        </p:nvSpPr>
        <p:spPr>
          <a:xfrm>
            <a:off x="16916400" y="330200"/>
            <a:ext cx="685800" cy="533400"/>
          </a:xfrm>
          <a:prstGeom prst="round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E159A9-D969-A2B1-4A5A-88EA03EFEDC2}"/>
              </a:ext>
            </a:extLst>
          </p:cNvPr>
          <p:cNvSpPr txBox="1"/>
          <p:nvPr/>
        </p:nvSpPr>
        <p:spPr>
          <a:xfrm>
            <a:off x="17678400" y="482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trip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DF802-BBB8-DBD6-C2FB-203ED58EDA77}"/>
              </a:ext>
            </a:extLst>
          </p:cNvPr>
          <p:cNvSpPr txBox="1"/>
          <p:nvPr/>
        </p:nvSpPr>
        <p:spPr>
          <a:xfrm>
            <a:off x="812800" y="660400"/>
            <a:ext cx="1270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82F67"/>
                </a:solidFill>
                <a:latin typeface="Aptos" panose="020B0004020202020204" pitchFamily="34" charset="0"/>
              </a:rPr>
              <a:t>MyCareer Compass: Tech Build Handoff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0A4DD-390C-5AA6-A3EA-37232B64710D}"/>
              </a:ext>
            </a:extLst>
          </p:cNvPr>
          <p:cNvSpPr txBox="1"/>
          <p:nvPr/>
        </p:nvSpPr>
        <p:spPr>
          <a:xfrm>
            <a:off x="838200" y="1333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Renewed workflow based on MyCareer_Process Flow.xlsx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A20A62-D1E7-4F90-C7C3-4520EEA39A4A}"/>
              </a:ext>
            </a:extLst>
          </p:cNvPr>
          <p:cNvSpPr/>
          <p:nvPr/>
        </p:nvSpPr>
        <p:spPr>
          <a:xfrm>
            <a:off x="1016000" y="2222500"/>
            <a:ext cx="18288000" cy="6858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575538-C4EC-AD0F-D956-91C108AC6706}"/>
              </a:ext>
            </a:extLst>
          </p:cNvPr>
          <p:cNvSpPr txBox="1"/>
          <p:nvPr/>
        </p:nvSpPr>
        <p:spPr>
          <a:xfrm>
            <a:off x="1651000" y="3048000"/>
            <a:ext cx="10795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200" b="1">
                <a:solidFill>
                  <a:srgbClr val="082F67"/>
                </a:solidFill>
                <a:latin typeface="Aptos" panose="020B0004020202020204" pitchFamily="34" charset="0"/>
              </a:rPr>
              <a:t>Build a validated skill-growth engine for the BD/KAM ecosystem.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8BAF3-645C-77F9-E98E-9F3A91228426}"/>
              </a:ext>
            </a:extLst>
          </p:cNvPr>
          <p:cNvSpPr txBox="1"/>
          <p:nvPr/>
        </p:nvSpPr>
        <p:spPr>
          <a:xfrm>
            <a:off x="1676400" y="4445000"/>
            <a:ext cx="11176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Employee experience stays skill-first. Backend and HR/Admin layers handle role fit, path comparison, learning dashboards and progression decision assistance.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CC0AE4-6B2C-6C7F-DDE6-D8B5FAF7C421}"/>
              </a:ext>
            </a:extLst>
          </p:cNvPr>
          <p:cNvSpPr/>
          <p:nvPr/>
        </p:nvSpPr>
        <p:spPr>
          <a:xfrm>
            <a:off x="13589000" y="2921000"/>
            <a:ext cx="4191000" cy="139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E02112-B811-A958-AFD2-4EEAA582F407}"/>
              </a:ext>
            </a:extLst>
          </p:cNvPr>
          <p:cNvSpPr/>
          <p:nvPr/>
        </p:nvSpPr>
        <p:spPr>
          <a:xfrm>
            <a:off x="13589000" y="2921000"/>
            <a:ext cx="88900" cy="1397000"/>
          </a:xfrm>
          <a:prstGeom prst="rect">
            <a:avLst/>
          </a:prstGeom>
          <a:solidFill>
            <a:srgbClr val="124D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82EFC0-E8F9-C651-B905-B4A5C302C4D8}"/>
              </a:ext>
            </a:extLst>
          </p:cNvPr>
          <p:cNvSpPr txBox="1"/>
          <p:nvPr/>
        </p:nvSpPr>
        <p:spPr>
          <a:xfrm>
            <a:off x="13893800" y="3200400"/>
            <a:ext cx="358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Source workbook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6C566A-955C-F476-340A-B59C54B0411F}"/>
              </a:ext>
            </a:extLst>
          </p:cNvPr>
          <p:cNvSpPr txBox="1"/>
          <p:nvPr/>
        </p:nvSpPr>
        <p:spPr>
          <a:xfrm>
            <a:off x="13893800" y="3759200"/>
            <a:ext cx="3581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Workflow, Competency, Career Paths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7F3A60-4860-3E98-9E12-5322AAF3C099}"/>
              </a:ext>
            </a:extLst>
          </p:cNvPr>
          <p:cNvSpPr/>
          <p:nvPr/>
        </p:nvSpPr>
        <p:spPr>
          <a:xfrm>
            <a:off x="13589000" y="4699000"/>
            <a:ext cx="4191000" cy="139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28701F-6BE6-7DC8-CE85-6342B45221B5}"/>
              </a:ext>
            </a:extLst>
          </p:cNvPr>
          <p:cNvSpPr/>
          <p:nvPr/>
        </p:nvSpPr>
        <p:spPr>
          <a:xfrm>
            <a:off x="13589000" y="4699000"/>
            <a:ext cx="88900" cy="1397000"/>
          </a:xfrm>
          <a:prstGeom prst="rect">
            <a:avLst/>
          </a:prstGeom>
          <a:solidFill>
            <a:srgbClr val="1191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7510A7-FBDE-F5DF-6BB6-145B5CC8E17D}"/>
              </a:ext>
            </a:extLst>
          </p:cNvPr>
          <p:cNvSpPr txBox="1"/>
          <p:nvPr/>
        </p:nvSpPr>
        <p:spPr>
          <a:xfrm>
            <a:off x="13893800" y="4978400"/>
            <a:ext cx="358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Core engine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590B7D-8C6D-88B7-C698-FEBF227AE205}"/>
              </a:ext>
            </a:extLst>
          </p:cNvPr>
          <p:cNvSpPr txBox="1"/>
          <p:nvPr/>
        </p:nvSpPr>
        <p:spPr>
          <a:xfrm>
            <a:off x="13893800" y="5537200"/>
            <a:ext cx="3581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9-skill profile + gap analysis + learning journey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21DEEE2-F300-B0CD-1DB2-72A1884F6DDF}"/>
              </a:ext>
            </a:extLst>
          </p:cNvPr>
          <p:cNvSpPr/>
          <p:nvPr/>
        </p:nvSpPr>
        <p:spPr>
          <a:xfrm>
            <a:off x="13589000" y="6477000"/>
            <a:ext cx="4191000" cy="139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368130-88EC-6276-A1F7-42C9114C30A8}"/>
              </a:ext>
            </a:extLst>
          </p:cNvPr>
          <p:cNvSpPr/>
          <p:nvPr/>
        </p:nvSpPr>
        <p:spPr>
          <a:xfrm>
            <a:off x="13589000" y="6477000"/>
            <a:ext cx="88900" cy="139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BBAC09-C25B-23CD-497B-F36C051705D6}"/>
              </a:ext>
            </a:extLst>
          </p:cNvPr>
          <p:cNvSpPr txBox="1"/>
          <p:nvPr/>
        </p:nvSpPr>
        <p:spPr>
          <a:xfrm>
            <a:off x="13893800" y="6756400"/>
            <a:ext cx="358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Admin output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0FE68D-EF3D-25FA-3236-ABE96E4C8037}"/>
              </a:ext>
            </a:extLst>
          </p:cNvPr>
          <p:cNvSpPr txBox="1"/>
          <p:nvPr/>
        </p:nvSpPr>
        <p:spPr>
          <a:xfrm>
            <a:off x="13893800" y="7315200"/>
            <a:ext cx="3581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Learning dashboard + progression decision assistance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B73F6C4-8CB2-FE21-D0E8-804F5FCA9FC4}"/>
              </a:ext>
            </a:extLst>
          </p:cNvPr>
          <p:cNvSpPr/>
          <p:nvPr/>
        </p:nvSpPr>
        <p:spPr>
          <a:xfrm>
            <a:off x="1676400" y="8255000"/>
            <a:ext cx="5334000" cy="457200"/>
          </a:xfrm>
          <a:prstGeom prst="roundRect">
            <a:avLst/>
          </a:prstGeom>
          <a:solidFill>
            <a:srgbClr val="E7F8F4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Ins="101600" rtlCol="0" anchor="ctr"/>
          <a:lstStyle/>
          <a:p>
            <a:pPr algn="ctr"/>
            <a:r>
              <a:rPr lang="en-US" sz="1600" b="1">
                <a:solidFill>
                  <a:srgbClr val="119189"/>
                </a:solidFill>
                <a:latin typeface="Aptos" panose="020B0004020202020204" pitchFamily="34" charset="0"/>
              </a:rPr>
              <a:t>In scope: BDM, KAM, ZM, Category, BDFE</a:t>
            </a:r>
          </a:p>
        </p:txBody>
      </p:sp>
    </p:spTree>
    <p:extLst>
      <p:ext uri="{BB962C8B-B14F-4D97-AF65-F5344CB8AC3E}">
        <p14:creationId xmlns:p14="http://schemas.microsoft.com/office/powerpoint/2010/main" val="172417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0FDCB0-BBA4-3AE8-47C3-6D89E30C72A1}"/>
              </a:ext>
            </a:extLst>
          </p:cNvPr>
          <p:cNvSpPr/>
          <p:nvPr/>
        </p:nvSpPr>
        <p:spPr>
          <a:xfrm>
            <a:off x="0" y="0"/>
            <a:ext cx="20320000" cy="11430000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81DB2B-4E83-64A2-42FB-33BBC58B4143}"/>
              </a:ext>
            </a:extLst>
          </p:cNvPr>
          <p:cNvSpPr/>
          <p:nvPr/>
        </p:nvSpPr>
        <p:spPr>
          <a:xfrm>
            <a:off x="0" y="0"/>
            <a:ext cx="20320000" cy="12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FF18C2-15F5-239D-3051-E91A5448A298}"/>
              </a:ext>
            </a:extLst>
          </p:cNvPr>
          <p:cNvSpPr txBox="1"/>
          <p:nvPr/>
        </p:nvSpPr>
        <p:spPr>
          <a:xfrm>
            <a:off x="16129000" y="4826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make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4F12E3-F410-E96F-4B0D-D9DC30F3B2E3}"/>
              </a:ext>
            </a:extLst>
          </p:cNvPr>
          <p:cNvSpPr/>
          <p:nvPr/>
        </p:nvSpPr>
        <p:spPr>
          <a:xfrm>
            <a:off x="16916400" y="330200"/>
            <a:ext cx="685800" cy="533400"/>
          </a:xfrm>
          <a:prstGeom prst="round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9A025-30DE-353A-4CE5-3274EC604194}"/>
              </a:ext>
            </a:extLst>
          </p:cNvPr>
          <p:cNvSpPr txBox="1"/>
          <p:nvPr/>
        </p:nvSpPr>
        <p:spPr>
          <a:xfrm>
            <a:off x="17678400" y="482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trip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80A84-B614-9078-978A-C9F4E26B469A}"/>
              </a:ext>
            </a:extLst>
          </p:cNvPr>
          <p:cNvSpPr txBox="1"/>
          <p:nvPr/>
        </p:nvSpPr>
        <p:spPr>
          <a:xfrm>
            <a:off x="812800" y="660400"/>
            <a:ext cx="1270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82F67"/>
                </a:solidFill>
                <a:latin typeface="Aptos" panose="020B0004020202020204" pitchFamily="34" charset="0"/>
              </a:rPr>
              <a:t>Renewed Workbook: What Changed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DF5F1-D5BD-1EF2-9810-585D72872513}"/>
              </a:ext>
            </a:extLst>
          </p:cNvPr>
          <p:cNvSpPr txBox="1"/>
          <p:nvPr/>
        </p:nvSpPr>
        <p:spPr>
          <a:xfrm>
            <a:off x="838200" y="1333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The source is now simpler and more implementation-ready.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1D7010-8222-9D22-1EFE-41B920A245A1}"/>
              </a:ext>
            </a:extLst>
          </p:cNvPr>
          <p:cNvSpPr/>
          <p:nvPr/>
        </p:nvSpPr>
        <p:spPr>
          <a:xfrm>
            <a:off x="1143000" y="2413000"/>
            <a:ext cx="5334000" cy="45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64E653-29A4-91CF-E388-691FA4506DD1}"/>
              </a:ext>
            </a:extLst>
          </p:cNvPr>
          <p:cNvSpPr/>
          <p:nvPr/>
        </p:nvSpPr>
        <p:spPr>
          <a:xfrm>
            <a:off x="1143000" y="2413000"/>
            <a:ext cx="88900" cy="4572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2CCC9B-9AD5-B0E0-4CF9-B82CC2DD43B5}"/>
              </a:ext>
            </a:extLst>
          </p:cNvPr>
          <p:cNvSpPr txBox="1"/>
          <p:nvPr/>
        </p:nvSpPr>
        <p:spPr>
          <a:xfrm>
            <a:off x="1447800" y="26924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1. Workflow sheet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56C18-B67E-C0E6-4056-2698262957E6}"/>
              </a:ext>
            </a:extLst>
          </p:cNvPr>
          <p:cNvSpPr txBox="1"/>
          <p:nvPr/>
        </p:nvSpPr>
        <p:spPr>
          <a:xfrm>
            <a:off x="1447800" y="3251200"/>
            <a:ext cx="4724400" cy="13080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Four levels: skill profile, defining gaps, learning journey, recalibration.</a:t>
            </a:r>
          </a:p>
          <a:p>
            <a:endParaRPr lang="en-US" sz="1700">
              <a:solidFill>
                <a:srgbClr val="5C718E"/>
              </a:solidFill>
              <a:latin typeface="Aptos" panose="020B0004020202020204" pitchFamily="34" charset="0"/>
            </a:endParaRPr>
          </a:p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Level 3 now clearly names outputs: course recommendations, gamification, manager dashboard, nudges, MyMentor and admin dashboard.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EC0D4F-0DCB-216D-CAE7-52689F4B6375}"/>
              </a:ext>
            </a:extLst>
          </p:cNvPr>
          <p:cNvSpPr/>
          <p:nvPr/>
        </p:nvSpPr>
        <p:spPr>
          <a:xfrm>
            <a:off x="7493000" y="2413000"/>
            <a:ext cx="5334000" cy="45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E1727F-CD0F-1FF5-4268-DA7C02BADEFA}"/>
              </a:ext>
            </a:extLst>
          </p:cNvPr>
          <p:cNvSpPr/>
          <p:nvPr/>
        </p:nvSpPr>
        <p:spPr>
          <a:xfrm>
            <a:off x="7493000" y="2413000"/>
            <a:ext cx="88900" cy="4572000"/>
          </a:xfrm>
          <a:prstGeom prst="rect">
            <a:avLst/>
          </a:prstGeom>
          <a:solidFill>
            <a:srgbClr val="124D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3A19E-D3E6-FB29-A6DE-D626D1200509}"/>
              </a:ext>
            </a:extLst>
          </p:cNvPr>
          <p:cNvSpPr txBox="1"/>
          <p:nvPr/>
        </p:nvSpPr>
        <p:spPr>
          <a:xfrm>
            <a:off x="7797800" y="26924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2. Competency sheet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E5734B-0EB8-E086-C5C4-75285CD53E18}"/>
              </a:ext>
            </a:extLst>
          </p:cNvPr>
          <p:cNvSpPr txBox="1"/>
          <p:nvPr/>
        </p:nvSpPr>
        <p:spPr>
          <a:xfrm>
            <a:off x="7797800" y="3251200"/>
            <a:ext cx="4724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Nine skills across role levels.</a:t>
            </a:r>
          </a:p>
          <a:p>
            <a:endParaRPr lang="en-US" sz="1700">
              <a:solidFill>
                <a:srgbClr val="5C718E"/>
              </a:solidFill>
              <a:latin typeface="Aptos" panose="020B0004020202020204" pitchFamily="34" charset="0"/>
            </a:endParaRPr>
          </a:p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5 functional skills and 4 behavioral skills, with role-specific proficiency labels from Beginner to Advanced.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9A55DE-405E-30F1-5307-3CF680BFE365}"/>
              </a:ext>
            </a:extLst>
          </p:cNvPr>
          <p:cNvSpPr/>
          <p:nvPr/>
        </p:nvSpPr>
        <p:spPr>
          <a:xfrm>
            <a:off x="13843000" y="2413000"/>
            <a:ext cx="5334000" cy="45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82DC1B-7910-AD21-D03F-2818B2D6290A}"/>
              </a:ext>
            </a:extLst>
          </p:cNvPr>
          <p:cNvSpPr/>
          <p:nvPr/>
        </p:nvSpPr>
        <p:spPr>
          <a:xfrm>
            <a:off x="13843000" y="2413000"/>
            <a:ext cx="88900" cy="4572000"/>
          </a:xfrm>
          <a:prstGeom prst="rect">
            <a:avLst/>
          </a:prstGeom>
          <a:solidFill>
            <a:srgbClr val="1191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04C2A-F9E8-F90F-87D3-FD2B93134B0D}"/>
              </a:ext>
            </a:extLst>
          </p:cNvPr>
          <p:cNvSpPr txBox="1"/>
          <p:nvPr/>
        </p:nvSpPr>
        <p:spPr>
          <a:xfrm>
            <a:off x="14147800" y="26924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3. Career Paths sheet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3067EC-A004-1767-7C07-027A25745167}"/>
              </a:ext>
            </a:extLst>
          </p:cNvPr>
          <p:cNvSpPr txBox="1"/>
          <p:nvPr/>
        </p:nvSpPr>
        <p:spPr>
          <a:xfrm>
            <a:off x="14147800" y="3251200"/>
            <a:ext cx="4724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Allowed backend comparisons by role.</a:t>
            </a:r>
          </a:p>
          <a:p>
            <a:endParaRPr lang="en-US" sz="1700">
              <a:solidFill>
                <a:srgbClr val="5C718E"/>
              </a:solidFill>
              <a:latin typeface="Aptos" panose="020B0004020202020204" pitchFamily="34" charset="0"/>
            </a:endParaRPr>
          </a:p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This drives HR/Admin readiness logic, not employee-facing promises.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07E699-B216-93FA-044E-31076FE90E53}"/>
              </a:ext>
            </a:extLst>
          </p:cNvPr>
          <p:cNvSpPr/>
          <p:nvPr/>
        </p:nvSpPr>
        <p:spPr>
          <a:xfrm>
            <a:off x="2730500" y="8255000"/>
            <a:ext cx="14859000" cy="1016000"/>
          </a:xfrm>
          <a:prstGeom prst="roundRect">
            <a:avLst/>
          </a:prstGeom>
          <a:solidFill>
            <a:srgbClr val="FFF6E0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CC1F94-346A-908C-9852-C59DD1C6443F}"/>
              </a:ext>
            </a:extLst>
          </p:cNvPr>
          <p:cNvSpPr txBox="1"/>
          <p:nvPr/>
        </p:nvSpPr>
        <p:spPr>
          <a:xfrm>
            <a:off x="3238500" y="8572500"/>
            <a:ext cx="138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Design decision: fix workbook typos in product language, but preserve the business logic.</a:t>
            </a:r>
          </a:p>
        </p:txBody>
      </p:sp>
    </p:spTree>
    <p:extLst>
      <p:ext uri="{BB962C8B-B14F-4D97-AF65-F5344CB8AC3E}">
        <p14:creationId xmlns:p14="http://schemas.microsoft.com/office/powerpoint/2010/main" val="93648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9674B8-83EB-9B99-8885-251D782960AA}"/>
              </a:ext>
            </a:extLst>
          </p:cNvPr>
          <p:cNvSpPr/>
          <p:nvPr/>
        </p:nvSpPr>
        <p:spPr>
          <a:xfrm>
            <a:off x="0" y="0"/>
            <a:ext cx="20320000" cy="11430000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CA641E-F7B7-C6CB-ACCC-949757BFE136}"/>
              </a:ext>
            </a:extLst>
          </p:cNvPr>
          <p:cNvSpPr/>
          <p:nvPr/>
        </p:nvSpPr>
        <p:spPr>
          <a:xfrm>
            <a:off x="0" y="0"/>
            <a:ext cx="20320000" cy="12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793AC-01E1-84A6-DD0C-D11169FBF46A}"/>
              </a:ext>
            </a:extLst>
          </p:cNvPr>
          <p:cNvSpPr txBox="1"/>
          <p:nvPr/>
        </p:nvSpPr>
        <p:spPr>
          <a:xfrm>
            <a:off x="16129000" y="4826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make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2C8BA1-5343-9670-4579-37121668C8FE}"/>
              </a:ext>
            </a:extLst>
          </p:cNvPr>
          <p:cNvSpPr/>
          <p:nvPr/>
        </p:nvSpPr>
        <p:spPr>
          <a:xfrm>
            <a:off x="16916400" y="330200"/>
            <a:ext cx="685800" cy="533400"/>
          </a:xfrm>
          <a:prstGeom prst="round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05BF7-7563-4DF1-5B4E-4B2C19AB12BD}"/>
              </a:ext>
            </a:extLst>
          </p:cNvPr>
          <p:cNvSpPr txBox="1"/>
          <p:nvPr/>
        </p:nvSpPr>
        <p:spPr>
          <a:xfrm>
            <a:off x="17678400" y="482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trip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C1B4D-4F99-750A-C22A-810F72208D46}"/>
              </a:ext>
            </a:extLst>
          </p:cNvPr>
          <p:cNvSpPr txBox="1"/>
          <p:nvPr/>
        </p:nvSpPr>
        <p:spPr>
          <a:xfrm>
            <a:off x="812800" y="660400"/>
            <a:ext cx="1270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82F67"/>
                </a:solidFill>
                <a:latin typeface="Aptos" panose="020B0004020202020204" pitchFamily="34" charset="0"/>
              </a:rPr>
              <a:t>System Workflow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FD950-8723-BB5A-0935-FDD7B6526BBF}"/>
              </a:ext>
            </a:extLst>
          </p:cNvPr>
          <p:cNvSpPr txBox="1"/>
          <p:nvPr/>
        </p:nvSpPr>
        <p:spPr>
          <a:xfrm>
            <a:off x="838200" y="1333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How the renewed Excel translates into product modules.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9DCD56-F02A-9E0E-8AA7-740356794D61}"/>
              </a:ext>
            </a:extLst>
          </p:cNvPr>
          <p:cNvSpPr/>
          <p:nvPr/>
        </p:nvSpPr>
        <p:spPr>
          <a:xfrm>
            <a:off x="889000" y="2413000"/>
            <a:ext cx="3937000" cy="533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1621D6-99AD-ACB1-0E87-7520B0FBB3B0}"/>
              </a:ext>
            </a:extLst>
          </p:cNvPr>
          <p:cNvSpPr/>
          <p:nvPr/>
        </p:nvSpPr>
        <p:spPr>
          <a:xfrm>
            <a:off x="889000" y="2413000"/>
            <a:ext cx="88900" cy="5334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56F5A-3506-D2CB-3D9E-50C3941F9F28}"/>
              </a:ext>
            </a:extLst>
          </p:cNvPr>
          <p:cNvSpPr txBox="1"/>
          <p:nvPr/>
        </p:nvSpPr>
        <p:spPr>
          <a:xfrm>
            <a:off x="1193800" y="2794000"/>
            <a:ext cx="3175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Level 1
Skill Profile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CBFEB3-9683-5EE8-65CB-E332038439C9}"/>
              </a:ext>
            </a:extLst>
          </p:cNvPr>
          <p:cNvSpPr txBox="1"/>
          <p:nvPr/>
        </p:nvSpPr>
        <p:spPr>
          <a:xfrm>
            <a:off x="1193800" y="4000500"/>
            <a:ext cx="3175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Employee 20% + Manager 80%
AI behavioral roleplays
Fresh HR context signals
Variable as confidence only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38EA70-CE0E-F1FE-5DB8-5E80BB6D5D44}"/>
              </a:ext>
            </a:extLst>
          </p:cNvPr>
          <p:cNvSpPr/>
          <p:nvPr/>
        </p:nvSpPr>
        <p:spPr>
          <a:xfrm>
            <a:off x="5461000" y="2413000"/>
            <a:ext cx="3937000" cy="533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E4AB5C-BC1D-4FF0-6921-ECD7DBF61075}"/>
              </a:ext>
            </a:extLst>
          </p:cNvPr>
          <p:cNvSpPr/>
          <p:nvPr/>
        </p:nvSpPr>
        <p:spPr>
          <a:xfrm>
            <a:off x="5461000" y="2413000"/>
            <a:ext cx="88900" cy="5334000"/>
          </a:xfrm>
          <a:prstGeom prst="rect">
            <a:avLst/>
          </a:prstGeom>
          <a:solidFill>
            <a:srgbClr val="124D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1D21BE-DB70-437D-8764-4A62060D85BE}"/>
              </a:ext>
            </a:extLst>
          </p:cNvPr>
          <p:cNvSpPr txBox="1"/>
          <p:nvPr/>
        </p:nvSpPr>
        <p:spPr>
          <a:xfrm>
            <a:off x="5765800" y="2794000"/>
            <a:ext cx="3175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Level 2
Define Gaps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361612-D7CE-BF77-7770-E29736007D8D}"/>
              </a:ext>
            </a:extLst>
          </p:cNvPr>
          <p:cNvSpPr txBox="1"/>
          <p:nvPr/>
        </p:nvSpPr>
        <p:spPr>
          <a:xfrm>
            <a:off x="5765800" y="4000500"/>
            <a:ext cx="3175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Compare BD profile to ideal BD
Run skill gap analysis
If fit is met, backend compares allowed paths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283D1C-D126-CE71-4523-22D5AE58E5D0}"/>
              </a:ext>
            </a:extLst>
          </p:cNvPr>
          <p:cNvSpPr/>
          <p:nvPr/>
        </p:nvSpPr>
        <p:spPr>
          <a:xfrm>
            <a:off x="10033000" y="2413000"/>
            <a:ext cx="3937000" cy="533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ACD2BF-2590-6C27-8474-22255A55AA83}"/>
              </a:ext>
            </a:extLst>
          </p:cNvPr>
          <p:cNvSpPr/>
          <p:nvPr/>
        </p:nvSpPr>
        <p:spPr>
          <a:xfrm>
            <a:off x="10033000" y="2413000"/>
            <a:ext cx="88900" cy="5334000"/>
          </a:xfrm>
          <a:prstGeom prst="rect">
            <a:avLst/>
          </a:prstGeom>
          <a:solidFill>
            <a:srgbClr val="1191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F07EE8-801D-975A-7A9C-6DD813631780}"/>
              </a:ext>
            </a:extLst>
          </p:cNvPr>
          <p:cNvSpPr txBox="1"/>
          <p:nvPr/>
        </p:nvSpPr>
        <p:spPr>
          <a:xfrm>
            <a:off x="10337800" y="2794000"/>
            <a:ext cx="3175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Level 3
Learning Journey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A33EB-63D4-C96A-C6F7-EDA535160712}"/>
              </a:ext>
            </a:extLst>
          </p:cNvPr>
          <p:cNvSpPr txBox="1"/>
          <p:nvPr/>
        </p:nvSpPr>
        <p:spPr>
          <a:xfrm>
            <a:off x="10337800" y="4000500"/>
            <a:ext cx="3175000" cy="13080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Course recommendation
Gamification / leaderboard
Manager dashboard
Nudges + MyMentor
Admin dashboard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B545FD-6D11-9278-D47E-CB586A84A52F}"/>
              </a:ext>
            </a:extLst>
          </p:cNvPr>
          <p:cNvSpPr/>
          <p:nvPr/>
        </p:nvSpPr>
        <p:spPr>
          <a:xfrm>
            <a:off x="14605000" y="2413000"/>
            <a:ext cx="3937000" cy="533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8472E2-FFD6-7046-AD9F-8A01DE618C4B}"/>
              </a:ext>
            </a:extLst>
          </p:cNvPr>
          <p:cNvSpPr/>
          <p:nvPr/>
        </p:nvSpPr>
        <p:spPr>
          <a:xfrm>
            <a:off x="14605000" y="2413000"/>
            <a:ext cx="88900" cy="5334000"/>
          </a:xfrm>
          <a:prstGeom prst="rect">
            <a:avLst/>
          </a:prstGeom>
          <a:solidFill>
            <a:srgbClr val="F7B9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AE5434-374B-CE7F-75BB-354EC9323009}"/>
              </a:ext>
            </a:extLst>
          </p:cNvPr>
          <p:cNvSpPr txBox="1"/>
          <p:nvPr/>
        </p:nvSpPr>
        <p:spPr>
          <a:xfrm>
            <a:off x="14909800" y="2794000"/>
            <a:ext cx="3175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Level 4
Recalibration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B2D93A-827B-E4DC-790B-EC9BBF2D34B4}"/>
              </a:ext>
            </a:extLst>
          </p:cNvPr>
          <p:cNvSpPr txBox="1"/>
          <p:nvPr/>
        </p:nvSpPr>
        <p:spPr>
          <a:xfrm>
            <a:off x="14909800" y="4000500"/>
            <a:ext cx="3175000" cy="130805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Old profile + reassessment
Manager functional update
Fresh context signals
Validate score change
Create new BD profile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8F242C-E3C1-105E-5B14-8DF1DCB439E8}"/>
              </a:ext>
            </a:extLst>
          </p:cNvPr>
          <p:cNvCxnSpPr/>
          <p:nvPr/>
        </p:nvCxnSpPr>
        <p:spPr>
          <a:xfrm>
            <a:off x="4927600" y="5080000"/>
            <a:ext cx="381000" cy="0"/>
          </a:xfrm>
          <a:prstGeom prst="line">
            <a:avLst/>
          </a:prstGeom>
          <a:ln w="38100">
            <a:solidFill>
              <a:srgbClr val="11918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047B08-39F3-0C61-B1E9-6301591D23F3}"/>
              </a:ext>
            </a:extLst>
          </p:cNvPr>
          <p:cNvCxnSpPr/>
          <p:nvPr/>
        </p:nvCxnSpPr>
        <p:spPr>
          <a:xfrm>
            <a:off x="9499600" y="5080000"/>
            <a:ext cx="381000" cy="0"/>
          </a:xfrm>
          <a:prstGeom prst="line">
            <a:avLst/>
          </a:prstGeom>
          <a:ln w="38100">
            <a:solidFill>
              <a:srgbClr val="11918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ABD49D-2B71-9643-D5DF-5A5ED1544A42}"/>
              </a:ext>
            </a:extLst>
          </p:cNvPr>
          <p:cNvCxnSpPr/>
          <p:nvPr/>
        </p:nvCxnSpPr>
        <p:spPr>
          <a:xfrm>
            <a:off x="14071600" y="5080000"/>
            <a:ext cx="381000" cy="0"/>
          </a:xfrm>
          <a:prstGeom prst="line">
            <a:avLst/>
          </a:prstGeom>
          <a:ln w="38100">
            <a:solidFill>
              <a:srgbClr val="11918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70ED0BF-C38D-7EA4-80DA-FDF49E149947}"/>
              </a:ext>
            </a:extLst>
          </p:cNvPr>
          <p:cNvSpPr/>
          <p:nvPr/>
        </p:nvSpPr>
        <p:spPr>
          <a:xfrm>
            <a:off x="4445000" y="8826500"/>
            <a:ext cx="11430000" cy="889000"/>
          </a:xfrm>
          <a:prstGeom prst="roundRect">
            <a:avLst/>
          </a:prstGeom>
          <a:solidFill>
            <a:srgbClr val="E8F1FC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3D4377-3A63-B124-FFC8-86B3BE98FBE2}"/>
              </a:ext>
            </a:extLst>
          </p:cNvPr>
          <p:cNvSpPr txBox="1"/>
          <p:nvPr/>
        </p:nvSpPr>
        <p:spPr>
          <a:xfrm>
            <a:off x="4953000" y="9118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400" b="1">
                <a:solidFill>
                  <a:srgbClr val="082F67"/>
                </a:solidFill>
                <a:latin typeface="Aptos" panose="020B0004020202020204" pitchFamily="34" charset="0"/>
              </a:rPr>
              <a:t>Quarter loop: Level 2 -&gt; Level 3 -&gt; Level 4 -&gt; Level 2</a:t>
            </a:r>
          </a:p>
        </p:txBody>
      </p:sp>
    </p:spTree>
    <p:extLst>
      <p:ext uri="{BB962C8B-B14F-4D97-AF65-F5344CB8AC3E}">
        <p14:creationId xmlns:p14="http://schemas.microsoft.com/office/powerpoint/2010/main" val="77429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D8CD02-96DA-8978-BEB2-6BAE99CBA390}"/>
              </a:ext>
            </a:extLst>
          </p:cNvPr>
          <p:cNvSpPr/>
          <p:nvPr/>
        </p:nvSpPr>
        <p:spPr>
          <a:xfrm>
            <a:off x="0" y="0"/>
            <a:ext cx="20320000" cy="11430000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FDCF7-325F-A672-3079-EA75F609D741}"/>
              </a:ext>
            </a:extLst>
          </p:cNvPr>
          <p:cNvSpPr/>
          <p:nvPr/>
        </p:nvSpPr>
        <p:spPr>
          <a:xfrm>
            <a:off x="0" y="0"/>
            <a:ext cx="20320000" cy="12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D6136-4B23-C006-D59D-70CBA0624FC3}"/>
              </a:ext>
            </a:extLst>
          </p:cNvPr>
          <p:cNvSpPr txBox="1"/>
          <p:nvPr/>
        </p:nvSpPr>
        <p:spPr>
          <a:xfrm>
            <a:off x="16129000" y="4826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make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739D3C-3886-D449-C911-5B7445F54EEA}"/>
              </a:ext>
            </a:extLst>
          </p:cNvPr>
          <p:cNvSpPr/>
          <p:nvPr/>
        </p:nvSpPr>
        <p:spPr>
          <a:xfrm>
            <a:off x="16916400" y="330200"/>
            <a:ext cx="685800" cy="533400"/>
          </a:xfrm>
          <a:prstGeom prst="round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16EBB-576E-9858-B6F4-F6034C6E433E}"/>
              </a:ext>
            </a:extLst>
          </p:cNvPr>
          <p:cNvSpPr txBox="1"/>
          <p:nvPr/>
        </p:nvSpPr>
        <p:spPr>
          <a:xfrm>
            <a:off x="17678400" y="482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trip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9D094-1270-62FA-F8C3-1DA3386C7D7C}"/>
              </a:ext>
            </a:extLst>
          </p:cNvPr>
          <p:cNvSpPr txBox="1"/>
          <p:nvPr/>
        </p:nvSpPr>
        <p:spPr>
          <a:xfrm>
            <a:off x="812800" y="660400"/>
            <a:ext cx="1270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82F67"/>
                </a:solidFill>
                <a:latin typeface="Aptos" panose="020B0004020202020204" pitchFamily="34" charset="0"/>
              </a:rPr>
              <a:t>Competency Framework for Build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CBD6BB-0BC6-09CC-F513-3048927DFB07}"/>
              </a:ext>
            </a:extLst>
          </p:cNvPr>
          <p:cNvSpPr txBox="1"/>
          <p:nvPr/>
        </p:nvSpPr>
        <p:spPr>
          <a:xfrm>
            <a:off x="838200" y="1333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This should become configurable master data.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7D4D4AC-E460-1E88-426D-66B61AE26420}"/>
              </a:ext>
            </a:extLst>
          </p:cNvPr>
          <p:cNvSpPr/>
          <p:nvPr/>
        </p:nvSpPr>
        <p:spPr>
          <a:xfrm>
            <a:off x="1524000" y="2667000"/>
            <a:ext cx="5080000" cy="482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B27F72-DC28-2DB0-4EC5-432DCE316B9F}"/>
              </a:ext>
            </a:extLst>
          </p:cNvPr>
          <p:cNvSpPr/>
          <p:nvPr/>
        </p:nvSpPr>
        <p:spPr>
          <a:xfrm>
            <a:off x="1524000" y="2667000"/>
            <a:ext cx="88900" cy="4826000"/>
          </a:xfrm>
          <a:prstGeom prst="rect">
            <a:avLst/>
          </a:prstGeom>
          <a:solidFill>
            <a:srgbClr val="1191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8CFED8-E8E3-8A72-06C3-228155D8294F}"/>
              </a:ext>
            </a:extLst>
          </p:cNvPr>
          <p:cNvSpPr txBox="1"/>
          <p:nvPr/>
        </p:nvSpPr>
        <p:spPr>
          <a:xfrm>
            <a:off x="1828800" y="2946400"/>
            <a:ext cx="447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82F67"/>
                </a:solidFill>
                <a:latin typeface="Aptos" panose="020B0004020202020204" pitchFamily="34" charset="0"/>
              </a:rPr>
              <a:t>Functional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FE65B0-4C16-1E50-D920-028B70E595BD}"/>
              </a:ext>
            </a:extLst>
          </p:cNvPr>
          <p:cNvSpPr txBox="1"/>
          <p:nvPr/>
        </p:nvSpPr>
        <p:spPr>
          <a:xfrm>
            <a:off x="1828800" y="3505200"/>
            <a:ext cx="44704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Consultative Selling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Data Analytics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Portfolio Growth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Price Parity Management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Business Acumen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4E0B3B-9BE9-12FC-617F-5CA799E79661}"/>
              </a:ext>
            </a:extLst>
          </p:cNvPr>
          <p:cNvSpPr/>
          <p:nvPr/>
        </p:nvSpPr>
        <p:spPr>
          <a:xfrm>
            <a:off x="7620000" y="2667000"/>
            <a:ext cx="5080000" cy="482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E36640-E70A-C13C-7996-5C6E5A110879}"/>
              </a:ext>
            </a:extLst>
          </p:cNvPr>
          <p:cNvSpPr/>
          <p:nvPr/>
        </p:nvSpPr>
        <p:spPr>
          <a:xfrm>
            <a:off x="7620000" y="2667000"/>
            <a:ext cx="88900" cy="4826000"/>
          </a:xfrm>
          <a:prstGeom prst="rect">
            <a:avLst/>
          </a:prstGeom>
          <a:solidFill>
            <a:srgbClr val="124D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F6724F-0E26-3E66-4D3D-1B1A255291F2}"/>
              </a:ext>
            </a:extLst>
          </p:cNvPr>
          <p:cNvSpPr txBox="1"/>
          <p:nvPr/>
        </p:nvSpPr>
        <p:spPr>
          <a:xfrm>
            <a:off x="7924800" y="2946400"/>
            <a:ext cx="447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82F67"/>
                </a:solidFill>
                <a:latin typeface="Aptos" panose="020B0004020202020204" pitchFamily="34" charset="0"/>
              </a:rPr>
              <a:t>Behavioral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434AB-4791-5378-7D75-98B7D81FA0F3}"/>
              </a:ext>
            </a:extLst>
          </p:cNvPr>
          <p:cNvSpPr txBox="1"/>
          <p:nvPr/>
        </p:nvSpPr>
        <p:spPr>
          <a:xfrm>
            <a:off x="7924800" y="3505200"/>
            <a:ext cx="44704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Communication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Stakeholder Management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Ownership &amp; Accountability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Team Management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2AC8D7-C6CF-F7C1-ED2E-FD85C9E7BC14}"/>
              </a:ext>
            </a:extLst>
          </p:cNvPr>
          <p:cNvSpPr/>
          <p:nvPr/>
        </p:nvSpPr>
        <p:spPr>
          <a:xfrm>
            <a:off x="13716000" y="2667000"/>
            <a:ext cx="5080000" cy="482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C74B81-634B-0386-E99F-4D0FBE7598B8}"/>
              </a:ext>
            </a:extLst>
          </p:cNvPr>
          <p:cNvSpPr/>
          <p:nvPr/>
        </p:nvSpPr>
        <p:spPr>
          <a:xfrm>
            <a:off x="13716000" y="2667000"/>
            <a:ext cx="88900" cy="4826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8FC654-8876-E24F-7832-5123B881FEFB}"/>
              </a:ext>
            </a:extLst>
          </p:cNvPr>
          <p:cNvSpPr txBox="1"/>
          <p:nvPr/>
        </p:nvSpPr>
        <p:spPr>
          <a:xfrm>
            <a:off x="14020800" y="2946400"/>
            <a:ext cx="447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82F67"/>
                </a:solidFill>
                <a:latin typeface="Aptos" panose="020B0004020202020204" pitchFamily="34" charset="0"/>
              </a:rPr>
              <a:t>Roles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73CBBD-CA11-9D8E-3384-047D64CAD4C6}"/>
              </a:ext>
            </a:extLst>
          </p:cNvPr>
          <p:cNvSpPr txBox="1"/>
          <p:nvPr/>
        </p:nvSpPr>
        <p:spPr>
          <a:xfrm>
            <a:off x="14020800" y="3505200"/>
            <a:ext cx="44704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BDM RL1-2 / RL3-4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KAM RL1-2 / RL3-4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ZM RL4-5 or RL5-6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Category Manager RL3-4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Supply Category / BDFE RL2-4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445F8B-4D3E-F070-23BD-4A5FCB962752}"/>
              </a:ext>
            </a:extLst>
          </p:cNvPr>
          <p:cNvSpPr/>
          <p:nvPr/>
        </p:nvSpPr>
        <p:spPr>
          <a:xfrm>
            <a:off x="2603500" y="8509000"/>
            <a:ext cx="15113000" cy="914400"/>
          </a:xfrm>
          <a:prstGeom prst="roundRect">
            <a:avLst/>
          </a:prstGeom>
          <a:solidFill>
            <a:srgbClr val="E7F8F4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08B950-B658-BAF7-E7AE-77867F2EF849}"/>
              </a:ext>
            </a:extLst>
          </p:cNvPr>
          <p:cNvSpPr txBox="1"/>
          <p:nvPr/>
        </p:nvSpPr>
        <p:spPr>
          <a:xfrm>
            <a:off x="3048000" y="8813800"/>
            <a:ext cx="14224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 b="1">
                <a:solidFill>
                  <a:srgbClr val="119189"/>
                </a:solidFill>
                <a:latin typeface="Aptos" panose="020B0004020202020204" pitchFamily="34" charset="0"/>
              </a:rPr>
              <a:t>Open alignment: Career Paths uses ZM RL4-5, Competency uses ZM RL5-6. Tech should not hard-code until HR confirms the final level label.</a:t>
            </a:r>
          </a:p>
        </p:txBody>
      </p:sp>
    </p:spTree>
    <p:extLst>
      <p:ext uri="{BB962C8B-B14F-4D97-AF65-F5344CB8AC3E}">
        <p14:creationId xmlns:p14="http://schemas.microsoft.com/office/powerpoint/2010/main" val="107483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8CB49C-8FD8-B8FB-72E7-F568B023F966}"/>
              </a:ext>
            </a:extLst>
          </p:cNvPr>
          <p:cNvSpPr/>
          <p:nvPr/>
        </p:nvSpPr>
        <p:spPr>
          <a:xfrm>
            <a:off x="0" y="0"/>
            <a:ext cx="20320000" cy="11430000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437B23-91AB-966D-8995-3ADBC2F514D9}"/>
              </a:ext>
            </a:extLst>
          </p:cNvPr>
          <p:cNvSpPr/>
          <p:nvPr/>
        </p:nvSpPr>
        <p:spPr>
          <a:xfrm>
            <a:off x="0" y="0"/>
            <a:ext cx="20320000" cy="12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ECD3F2-A9AF-FA18-BADA-E79BDEB55B8F}"/>
              </a:ext>
            </a:extLst>
          </p:cNvPr>
          <p:cNvSpPr txBox="1"/>
          <p:nvPr/>
        </p:nvSpPr>
        <p:spPr>
          <a:xfrm>
            <a:off x="16129000" y="4826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make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2B073E-378C-5A8C-8C94-D9EB66C8E699}"/>
              </a:ext>
            </a:extLst>
          </p:cNvPr>
          <p:cNvSpPr/>
          <p:nvPr/>
        </p:nvSpPr>
        <p:spPr>
          <a:xfrm>
            <a:off x="16916400" y="330200"/>
            <a:ext cx="685800" cy="533400"/>
          </a:xfrm>
          <a:prstGeom prst="round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811EA-EFB0-7F1B-E7CC-FF161611D328}"/>
              </a:ext>
            </a:extLst>
          </p:cNvPr>
          <p:cNvSpPr txBox="1"/>
          <p:nvPr/>
        </p:nvSpPr>
        <p:spPr>
          <a:xfrm>
            <a:off x="17678400" y="482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trip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BA42F-1260-148B-7BB9-B48F50E41DFE}"/>
              </a:ext>
            </a:extLst>
          </p:cNvPr>
          <p:cNvSpPr txBox="1"/>
          <p:nvPr/>
        </p:nvSpPr>
        <p:spPr>
          <a:xfrm>
            <a:off x="812800" y="660400"/>
            <a:ext cx="1270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82F67"/>
                </a:solidFill>
                <a:latin typeface="Aptos" panose="020B0004020202020204" pitchFamily="34" charset="0"/>
              </a:rPr>
              <a:t>Employee vs Admin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77251D-48EE-BCCC-B64F-F5F34226AFF5}"/>
              </a:ext>
            </a:extLst>
          </p:cNvPr>
          <p:cNvSpPr txBox="1"/>
          <p:nvPr/>
        </p:nvSpPr>
        <p:spPr>
          <a:xfrm>
            <a:off x="838200" y="1333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Same engine, different information rights.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9065E7-CCCA-FD05-3B47-6B594A4307A1}"/>
              </a:ext>
            </a:extLst>
          </p:cNvPr>
          <p:cNvSpPr/>
          <p:nvPr/>
        </p:nvSpPr>
        <p:spPr>
          <a:xfrm>
            <a:off x="1206500" y="2667000"/>
            <a:ext cx="5334000" cy="520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52D3E2-21F4-203C-4760-C13C64601C7C}"/>
              </a:ext>
            </a:extLst>
          </p:cNvPr>
          <p:cNvSpPr/>
          <p:nvPr/>
        </p:nvSpPr>
        <p:spPr>
          <a:xfrm>
            <a:off x="1206500" y="2667000"/>
            <a:ext cx="88900" cy="5207000"/>
          </a:xfrm>
          <a:prstGeom prst="rect">
            <a:avLst/>
          </a:prstGeom>
          <a:solidFill>
            <a:srgbClr val="1191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C1E89-55B1-716F-C7FF-B8359274C719}"/>
              </a:ext>
            </a:extLst>
          </p:cNvPr>
          <p:cNvSpPr txBox="1"/>
          <p:nvPr/>
        </p:nvSpPr>
        <p:spPr>
          <a:xfrm>
            <a:off x="1511300" y="2946400"/>
            <a:ext cx="4724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82F67"/>
                </a:solidFill>
                <a:latin typeface="Aptos" panose="020B0004020202020204" pitchFamily="34" charset="0"/>
              </a:rPr>
              <a:t>Employee sees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221A6-B8EB-6FCB-9F37-F575C3E85EB1}"/>
              </a:ext>
            </a:extLst>
          </p:cNvPr>
          <p:cNvSpPr txBox="1"/>
          <p:nvPr/>
        </p:nvSpPr>
        <p:spPr>
          <a:xfrm>
            <a:off x="1511300" y="3505200"/>
            <a:ext cx="47244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Skill strengths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Learning needs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Learning Journey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Course recommendations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Mentor support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Quarterly progress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67E03A-B330-4692-B744-3C5A2BA4B866}"/>
              </a:ext>
            </a:extLst>
          </p:cNvPr>
          <p:cNvSpPr/>
          <p:nvPr/>
        </p:nvSpPr>
        <p:spPr>
          <a:xfrm>
            <a:off x="7493000" y="2667000"/>
            <a:ext cx="5334000" cy="520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818BF1-1248-929B-58BC-599EACCA1A4B}"/>
              </a:ext>
            </a:extLst>
          </p:cNvPr>
          <p:cNvSpPr/>
          <p:nvPr/>
        </p:nvSpPr>
        <p:spPr>
          <a:xfrm>
            <a:off x="7493000" y="2667000"/>
            <a:ext cx="88900" cy="5207000"/>
          </a:xfrm>
          <a:prstGeom prst="rect">
            <a:avLst/>
          </a:prstGeom>
          <a:solidFill>
            <a:srgbClr val="124D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93FE54-8760-205D-4635-8BB1092481BC}"/>
              </a:ext>
            </a:extLst>
          </p:cNvPr>
          <p:cNvSpPr txBox="1"/>
          <p:nvPr/>
        </p:nvSpPr>
        <p:spPr>
          <a:xfrm>
            <a:off x="7797800" y="2946400"/>
            <a:ext cx="4724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82F67"/>
                </a:solidFill>
                <a:latin typeface="Aptos" panose="020B0004020202020204" pitchFamily="34" charset="0"/>
              </a:rPr>
              <a:t>Engine calculates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15283F-EF44-0B5D-1318-DFC98E312058}"/>
              </a:ext>
            </a:extLst>
          </p:cNvPr>
          <p:cNvSpPr txBox="1"/>
          <p:nvPr/>
        </p:nvSpPr>
        <p:spPr>
          <a:xfrm>
            <a:off x="7797800" y="3505200"/>
            <a:ext cx="47244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Validated BD Skill Profile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Gap analysis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Fresh context signals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Confidence score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Recalibration score validation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F36624-0B60-5804-2515-A8FBEC23BE4D}"/>
              </a:ext>
            </a:extLst>
          </p:cNvPr>
          <p:cNvSpPr/>
          <p:nvPr/>
        </p:nvSpPr>
        <p:spPr>
          <a:xfrm>
            <a:off x="13779500" y="2667000"/>
            <a:ext cx="5334000" cy="5207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4986A9-A6FF-9EF6-4F1E-DF96C9857BE1}"/>
              </a:ext>
            </a:extLst>
          </p:cNvPr>
          <p:cNvSpPr/>
          <p:nvPr/>
        </p:nvSpPr>
        <p:spPr>
          <a:xfrm>
            <a:off x="13779500" y="2667000"/>
            <a:ext cx="88900" cy="520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845E86-9793-A304-0D1A-9DA5D4305EF6}"/>
              </a:ext>
            </a:extLst>
          </p:cNvPr>
          <p:cNvSpPr txBox="1"/>
          <p:nvPr/>
        </p:nvSpPr>
        <p:spPr>
          <a:xfrm>
            <a:off x="14084300" y="2946400"/>
            <a:ext cx="4724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82F67"/>
                </a:solidFill>
                <a:latin typeface="Aptos" panose="020B0004020202020204" pitchFamily="34" charset="0"/>
              </a:rPr>
              <a:t>HR/Admin sees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E6C4A0-1BAF-C6FE-3D66-E0A2D645E155}"/>
              </a:ext>
            </a:extLst>
          </p:cNvPr>
          <p:cNvSpPr txBox="1"/>
          <p:nvPr/>
        </p:nvSpPr>
        <p:spPr>
          <a:xfrm>
            <a:off x="14084300" y="3505200"/>
            <a:ext cx="47244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Learning dashboard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Manager dashboard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Progression decision assistance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Allowed path comparison</a:t>
            </a:r>
          </a:p>
          <a:p>
            <a:r>
              <a:rPr lang="en-US" sz="2200">
                <a:solidFill>
                  <a:srgbClr val="5C718E"/>
                </a:solidFill>
                <a:latin typeface="Aptos" panose="020B0004020202020204" pitchFamily="34" charset="0"/>
              </a:rPr>
              <a:t>Pipeline and IJP signals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8F7978-C7C8-71C7-CBFB-8C67960E89E1}"/>
              </a:ext>
            </a:extLst>
          </p:cNvPr>
          <p:cNvCxnSpPr/>
          <p:nvPr/>
        </p:nvCxnSpPr>
        <p:spPr>
          <a:xfrm>
            <a:off x="6604000" y="5207000"/>
            <a:ext cx="762000" cy="0"/>
          </a:xfrm>
          <a:prstGeom prst="line">
            <a:avLst/>
          </a:prstGeom>
          <a:ln w="38100">
            <a:solidFill>
              <a:srgbClr val="11918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BF48BC-EA09-6F80-0C33-D4C43438998A}"/>
              </a:ext>
            </a:extLst>
          </p:cNvPr>
          <p:cNvCxnSpPr/>
          <p:nvPr/>
        </p:nvCxnSpPr>
        <p:spPr>
          <a:xfrm>
            <a:off x="12890500" y="5207000"/>
            <a:ext cx="762000" cy="0"/>
          </a:xfrm>
          <a:prstGeom prst="line">
            <a:avLst/>
          </a:prstGeom>
          <a:ln w="38100">
            <a:solidFill>
              <a:srgbClr val="11918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0812139-D1B4-FFBC-90D6-5CF0D1EDF2F4}"/>
              </a:ext>
            </a:extLst>
          </p:cNvPr>
          <p:cNvSpPr/>
          <p:nvPr/>
        </p:nvSpPr>
        <p:spPr>
          <a:xfrm>
            <a:off x="3175000" y="8890000"/>
            <a:ext cx="13970000" cy="889000"/>
          </a:xfrm>
          <a:prstGeom prst="roundRect">
            <a:avLst/>
          </a:prstGeom>
          <a:solidFill>
            <a:srgbClr val="FFEFF0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B1793F-BC75-345B-7149-94489E931256}"/>
              </a:ext>
            </a:extLst>
          </p:cNvPr>
          <p:cNvSpPr txBox="1"/>
          <p:nvPr/>
        </p:nvSpPr>
        <p:spPr>
          <a:xfrm>
            <a:off x="3619500" y="9169400"/>
            <a:ext cx="1308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 b="1">
                <a:solidFill>
                  <a:srgbClr val="ED1C24"/>
                </a:solidFill>
                <a:latin typeface="Aptos" panose="020B0004020202020204" pitchFamily="34" charset="0"/>
              </a:rPr>
              <a:t>Non-negotiable: employee-facing screens must not promise role movement or show readiness bands.</a:t>
            </a:r>
          </a:p>
        </p:txBody>
      </p:sp>
    </p:spTree>
    <p:extLst>
      <p:ext uri="{BB962C8B-B14F-4D97-AF65-F5344CB8AC3E}">
        <p14:creationId xmlns:p14="http://schemas.microsoft.com/office/powerpoint/2010/main" val="39023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84A39E-4EC2-B998-A274-D03A03E94083}"/>
              </a:ext>
            </a:extLst>
          </p:cNvPr>
          <p:cNvSpPr/>
          <p:nvPr/>
        </p:nvSpPr>
        <p:spPr>
          <a:xfrm>
            <a:off x="0" y="0"/>
            <a:ext cx="20320000" cy="11430000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FDA87-1F0C-2AF5-AD5C-7DAB06F9944E}"/>
              </a:ext>
            </a:extLst>
          </p:cNvPr>
          <p:cNvSpPr/>
          <p:nvPr/>
        </p:nvSpPr>
        <p:spPr>
          <a:xfrm>
            <a:off x="0" y="0"/>
            <a:ext cx="20320000" cy="12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D218B-DAF3-94EA-F131-3E5A6753A414}"/>
              </a:ext>
            </a:extLst>
          </p:cNvPr>
          <p:cNvSpPr txBox="1"/>
          <p:nvPr/>
        </p:nvSpPr>
        <p:spPr>
          <a:xfrm>
            <a:off x="16129000" y="4826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make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08260B-DF20-86EB-E826-220266D63EB0}"/>
              </a:ext>
            </a:extLst>
          </p:cNvPr>
          <p:cNvSpPr/>
          <p:nvPr/>
        </p:nvSpPr>
        <p:spPr>
          <a:xfrm>
            <a:off x="16916400" y="330200"/>
            <a:ext cx="685800" cy="533400"/>
          </a:xfrm>
          <a:prstGeom prst="round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BA922-C435-7432-0188-2D390231507A}"/>
              </a:ext>
            </a:extLst>
          </p:cNvPr>
          <p:cNvSpPr txBox="1"/>
          <p:nvPr/>
        </p:nvSpPr>
        <p:spPr>
          <a:xfrm>
            <a:off x="17678400" y="482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trip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E8095-6753-A099-DB78-419CCD4CC492}"/>
              </a:ext>
            </a:extLst>
          </p:cNvPr>
          <p:cNvSpPr txBox="1"/>
          <p:nvPr/>
        </p:nvSpPr>
        <p:spPr>
          <a:xfrm>
            <a:off x="812800" y="660400"/>
            <a:ext cx="1270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82F67"/>
                </a:solidFill>
                <a:latin typeface="Aptos" panose="020B0004020202020204" pitchFamily="34" charset="0"/>
              </a:rPr>
              <a:t>Data and Integration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4438E-F53B-66A7-02F6-3F87AF96676E}"/>
              </a:ext>
            </a:extLst>
          </p:cNvPr>
          <p:cNvSpPr txBox="1"/>
          <p:nvPr/>
        </p:nvSpPr>
        <p:spPr>
          <a:xfrm>
            <a:off x="838200" y="1333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What tech needs to build around the workflow.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F8272F-D7CC-59D3-25EA-2097BFA2F70E}"/>
              </a:ext>
            </a:extLst>
          </p:cNvPr>
          <p:cNvSpPr/>
          <p:nvPr/>
        </p:nvSpPr>
        <p:spPr>
          <a:xfrm>
            <a:off x="1016000" y="2921000"/>
            <a:ext cx="3175000" cy="406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9C1C0B-81DA-592A-AE38-74B3D426A64D}"/>
              </a:ext>
            </a:extLst>
          </p:cNvPr>
          <p:cNvSpPr/>
          <p:nvPr/>
        </p:nvSpPr>
        <p:spPr>
          <a:xfrm>
            <a:off x="1016000" y="2921000"/>
            <a:ext cx="88900" cy="4064000"/>
          </a:xfrm>
          <a:prstGeom prst="rect">
            <a:avLst/>
          </a:prstGeom>
          <a:solidFill>
            <a:srgbClr val="124D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94F0F-F602-6F25-EB8F-36A39489A093}"/>
              </a:ext>
            </a:extLst>
          </p:cNvPr>
          <p:cNvSpPr txBox="1"/>
          <p:nvPr/>
        </p:nvSpPr>
        <p:spPr>
          <a:xfrm>
            <a:off x="1320800" y="3200400"/>
            <a:ext cx="2565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82F67"/>
                </a:solidFill>
                <a:latin typeface="Aptos" panose="020B0004020202020204" pitchFamily="34" charset="0"/>
              </a:rPr>
              <a:t>HRIS / Darwinbox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93D4E9-E20D-BFCE-5EBB-A54B0C4F94E4}"/>
              </a:ext>
            </a:extLst>
          </p:cNvPr>
          <p:cNvSpPr txBox="1"/>
          <p:nvPr/>
        </p:nvSpPr>
        <p:spPr>
          <a:xfrm>
            <a:off x="1320800" y="3759200"/>
            <a:ext cx="2565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Profile, role, RL, city, manager, tenure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2E9804-1A83-40D5-561A-9B43E5CB1835}"/>
              </a:ext>
            </a:extLst>
          </p:cNvPr>
          <p:cNvSpPr/>
          <p:nvPr/>
        </p:nvSpPr>
        <p:spPr>
          <a:xfrm>
            <a:off x="4724400" y="2921000"/>
            <a:ext cx="3175000" cy="406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2ABCAB-0A0C-1BAA-E765-FFD0FD081E00}"/>
              </a:ext>
            </a:extLst>
          </p:cNvPr>
          <p:cNvSpPr/>
          <p:nvPr/>
        </p:nvSpPr>
        <p:spPr>
          <a:xfrm>
            <a:off x="4724400" y="2921000"/>
            <a:ext cx="88900" cy="4064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07AD-B9A7-6D5D-6932-089D825A59E9}"/>
              </a:ext>
            </a:extLst>
          </p:cNvPr>
          <p:cNvSpPr txBox="1"/>
          <p:nvPr/>
        </p:nvSpPr>
        <p:spPr>
          <a:xfrm>
            <a:off x="5029200" y="3200400"/>
            <a:ext cx="2565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82F67"/>
                </a:solidFill>
                <a:latin typeface="Aptos" panose="020B0004020202020204" pitchFamily="34" charset="0"/>
              </a:rPr>
              <a:t>Assessment layer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BEE8D9-6876-CFDB-B230-1E5F8A215373}"/>
              </a:ext>
            </a:extLst>
          </p:cNvPr>
          <p:cNvSpPr txBox="1"/>
          <p:nvPr/>
        </p:nvSpPr>
        <p:spPr>
          <a:xfrm>
            <a:off x="5029200" y="3759200"/>
            <a:ext cx="2565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Employee self-rating, manager validation, AI roleplays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377B21-4B96-CDEF-4B1F-B0D63DCF613F}"/>
              </a:ext>
            </a:extLst>
          </p:cNvPr>
          <p:cNvSpPr/>
          <p:nvPr/>
        </p:nvSpPr>
        <p:spPr>
          <a:xfrm>
            <a:off x="8432800" y="2921000"/>
            <a:ext cx="3175000" cy="406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3E6C47-59A4-9332-9879-6F9605C6A1F2}"/>
              </a:ext>
            </a:extLst>
          </p:cNvPr>
          <p:cNvSpPr/>
          <p:nvPr/>
        </p:nvSpPr>
        <p:spPr>
          <a:xfrm>
            <a:off x="8432800" y="2921000"/>
            <a:ext cx="88900" cy="4064000"/>
          </a:xfrm>
          <a:prstGeom prst="rect">
            <a:avLst/>
          </a:prstGeom>
          <a:solidFill>
            <a:srgbClr val="F7B9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4191FC-3794-B566-77B9-C095C84D4C0F}"/>
              </a:ext>
            </a:extLst>
          </p:cNvPr>
          <p:cNvSpPr txBox="1"/>
          <p:nvPr/>
        </p:nvSpPr>
        <p:spPr>
          <a:xfrm>
            <a:off x="8737600" y="3200400"/>
            <a:ext cx="2565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82F67"/>
                </a:solidFill>
                <a:latin typeface="Aptos" panose="020B0004020202020204" pitchFamily="34" charset="0"/>
              </a:rPr>
              <a:t>Evidence + feedback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8E5251-949A-CA49-0B83-C96B17D654E8}"/>
              </a:ext>
            </a:extLst>
          </p:cNvPr>
          <p:cNvSpPr txBox="1"/>
          <p:nvPr/>
        </p:nvSpPr>
        <p:spPr>
          <a:xfrm>
            <a:off x="8737600" y="3759200"/>
            <a:ext cx="25654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Learning TNA, annual feedback, continuous feedback, Amber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F301854-070E-5412-BC6E-68C84C8D69AF}"/>
              </a:ext>
            </a:extLst>
          </p:cNvPr>
          <p:cNvSpPr/>
          <p:nvPr/>
        </p:nvSpPr>
        <p:spPr>
          <a:xfrm>
            <a:off x="12141200" y="2921000"/>
            <a:ext cx="3175000" cy="406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40F612-CAFF-75E0-CF04-E147C34FAAF6}"/>
              </a:ext>
            </a:extLst>
          </p:cNvPr>
          <p:cNvSpPr/>
          <p:nvPr/>
        </p:nvSpPr>
        <p:spPr>
          <a:xfrm>
            <a:off x="12141200" y="2921000"/>
            <a:ext cx="88900" cy="4064000"/>
          </a:xfrm>
          <a:prstGeom prst="rect">
            <a:avLst/>
          </a:prstGeom>
          <a:solidFill>
            <a:srgbClr val="1191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D21EB5-68EB-2087-F77C-5F274825425F}"/>
              </a:ext>
            </a:extLst>
          </p:cNvPr>
          <p:cNvSpPr txBox="1"/>
          <p:nvPr/>
        </p:nvSpPr>
        <p:spPr>
          <a:xfrm>
            <a:off x="12446000" y="3200400"/>
            <a:ext cx="2565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82F67"/>
                </a:solidFill>
                <a:latin typeface="Aptos" panose="020B0004020202020204" pitchFamily="34" charset="0"/>
              </a:rPr>
              <a:t>Learning + Mentor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F6FBD6-5497-8D1C-CD91-3D2A2313962A}"/>
              </a:ext>
            </a:extLst>
          </p:cNvPr>
          <p:cNvSpPr txBox="1"/>
          <p:nvPr/>
        </p:nvSpPr>
        <p:spPr>
          <a:xfrm>
            <a:off x="12446000" y="3759200"/>
            <a:ext cx="2565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Courses, MyMentor, nudges, platform actions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B09AAFD-185B-F65F-91BB-232E4755FAFD}"/>
              </a:ext>
            </a:extLst>
          </p:cNvPr>
          <p:cNvSpPr/>
          <p:nvPr/>
        </p:nvSpPr>
        <p:spPr>
          <a:xfrm>
            <a:off x="15849600" y="2921000"/>
            <a:ext cx="3175000" cy="406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24142E-C1C5-8D84-7F4C-CF5BF9ADA605}"/>
              </a:ext>
            </a:extLst>
          </p:cNvPr>
          <p:cNvSpPr/>
          <p:nvPr/>
        </p:nvSpPr>
        <p:spPr>
          <a:xfrm>
            <a:off x="15849600" y="2921000"/>
            <a:ext cx="88900" cy="4064000"/>
          </a:xfrm>
          <a:prstGeom prst="rect">
            <a:avLst/>
          </a:prstGeom>
          <a:solidFill>
            <a:srgbClr val="082F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8616CE-DE46-3EB0-0B9F-777345A8C0D3}"/>
              </a:ext>
            </a:extLst>
          </p:cNvPr>
          <p:cNvSpPr txBox="1"/>
          <p:nvPr/>
        </p:nvSpPr>
        <p:spPr>
          <a:xfrm>
            <a:off x="16154400" y="3200400"/>
            <a:ext cx="2565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082F67"/>
                </a:solidFill>
                <a:latin typeface="Aptos" panose="020B0004020202020204" pitchFamily="34" charset="0"/>
              </a:rPr>
              <a:t>Admin dashboard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43A551-86DA-7D3D-33F2-81A283E76056}"/>
              </a:ext>
            </a:extLst>
          </p:cNvPr>
          <p:cNvSpPr txBox="1"/>
          <p:nvPr/>
        </p:nvSpPr>
        <p:spPr>
          <a:xfrm>
            <a:off x="16154400" y="3759200"/>
            <a:ext cx="2565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Skill heatmap, progression assistance, pipeline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5F4B43-061A-56BE-2C23-7886268E9120}"/>
              </a:ext>
            </a:extLst>
          </p:cNvPr>
          <p:cNvSpPr/>
          <p:nvPr/>
        </p:nvSpPr>
        <p:spPr>
          <a:xfrm>
            <a:off x="2921000" y="8255000"/>
            <a:ext cx="14478000" cy="990600"/>
          </a:xfrm>
          <a:prstGeom prst="roundRect">
            <a:avLst/>
          </a:prstGeom>
          <a:solidFill>
            <a:srgbClr val="E8F1FC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21C41D-CA3A-EA74-597D-5998C1C4F2E1}"/>
              </a:ext>
            </a:extLst>
          </p:cNvPr>
          <p:cNvSpPr txBox="1"/>
          <p:nvPr/>
        </p:nvSpPr>
        <p:spPr>
          <a:xfrm>
            <a:off x="3429000" y="8559800"/>
            <a:ext cx="1346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 b="1">
                <a:solidFill>
                  <a:srgbClr val="082F67"/>
                </a:solidFill>
                <a:latin typeface="Aptos" panose="020B0004020202020204" pitchFamily="34" charset="0"/>
              </a:rPr>
              <a:t>Store raw input, final score, context adjustment, confidence and reason codes separately for auditability.</a:t>
            </a:r>
          </a:p>
        </p:txBody>
      </p:sp>
    </p:spTree>
    <p:extLst>
      <p:ext uri="{BB962C8B-B14F-4D97-AF65-F5344CB8AC3E}">
        <p14:creationId xmlns:p14="http://schemas.microsoft.com/office/powerpoint/2010/main" val="352301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F83944-BC33-22A4-7A07-9F8FCCE3D224}"/>
              </a:ext>
            </a:extLst>
          </p:cNvPr>
          <p:cNvSpPr/>
          <p:nvPr/>
        </p:nvSpPr>
        <p:spPr>
          <a:xfrm>
            <a:off x="0" y="0"/>
            <a:ext cx="20320000" cy="11430000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2777D-1E73-1D51-1413-D30BD509BE87}"/>
              </a:ext>
            </a:extLst>
          </p:cNvPr>
          <p:cNvSpPr/>
          <p:nvPr/>
        </p:nvSpPr>
        <p:spPr>
          <a:xfrm>
            <a:off x="0" y="0"/>
            <a:ext cx="20320000" cy="12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F31CE8-84CE-C5F5-1265-BE99FCC500D1}"/>
              </a:ext>
            </a:extLst>
          </p:cNvPr>
          <p:cNvSpPr txBox="1"/>
          <p:nvPr/>
        </p:nvSpPr>
        <p:spPr>
          <a:xfrm>
            <a:off x="16129000" y="4826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make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62E576-5B5B-EC87-8BD7-27ECDB7BE15D}"/>
              </a:ext>
            </a:extLst>
          </p:cNvPr>
          <p:cNvSpPr/>
          <p:nvPr/>
        </p:nvSpPr>
        <p:spPr>
          <a:xfrm>
            <a:off x="16916400" y="330200"/>
            <a:ext cx="685800" cy="533400"/>
          </a:xfrm>
          <a:prstGeom prst="round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5B9DF-CC9B-64AB-8740-166CCDC3C45C}"/>
              </a:ext>
            </a:extLst>
          </p:cNvPr>
          <p:cNvSpPr txBox="1"/>
          <p:nvPr/>
        </p:nvSpPr>
        <p:spPr>
          <a:xfrm>
            <a:off x="17678400" y="482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trip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B7419-326F-100C-B069-E363FA06DB0C}"/>
              </a:ext>
            </a:extLst>
          </p:cNvPr>
          <p:cNvSpPr txBox="1"/>
          <p:nvPr/>
        </p:nvSpPr>
        <p:spPr>
          <a:xfrm>
            <a:off x="812800" y="660400"/>
            <a:ext cx="1270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82F67"/>
                </a:solidFill>
                <a:latin typeface="Aptos" panose="020B0004020202020204" pitchFamily="34" charset="0"/>
              </a:rPr>
              <a:t>Build Roadmap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23D12-182B-94D9-1F49-B80404B7CADE}"/>
              </a:ext>
            </a:extLst>
          </p:cNvPr>
          <p:cNvSpPr txBox="1"/>
          <p:nvPr/>
        </p:nvSpPr>
        <p:spPr>
          <a:xfrm>
            <a:off x="838200" y="1333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Recommended implementation sequence.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61B34E-04C5-7CDF-D516-C52FCB1749DB}"/>
              </a:ext>
            </a:extLst>
          </p:cNvPr>
          <p:cNvSpPr/>
          <p:nvPr/>
        </p:nvSpPr>
        <p:spPr>
          <a:xfrm>
            <a:off x="1460500" y="2921000"/>
            <a:ext cx="5334000" cy="45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E3AF03-F104-983A-D983-68CB6F167E73}"/>
              </a:ext>
            </a:extLst>
          </p:cNvPr>
          <p:cNvSpPr/>
          <p:nvPr/>
        </p:nvSpPr>
        <p:spPr>
          <a:xfrm>
            <a:off x="1460500" y="2921000"/>
            <a:ext cx="88900" cy="4572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D2165-62A2-488F-896E-5330C13D8C3D}"/>
              </a:ext>
            </a:extLst>
          </p:cNvPr>
          <p:cNvSpPr txBox="1"/>
          <p:nvPr/>
        </p:nvSpPr>
        <p:spPr>
          <a:xfrm>
            <a:off x="1765300" y="3200400"/>
            <a:ext cx="472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082F67"/>
                </a:solidFill>
                <a:latin typeface="Aptos" panose="020B0004020202020204" pitchFamily="34" charset="0"/>
              </a:rPr>
              <a:t>Phase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65F1D7-2099-8ACA-2A75-6BC2D0CD45F2}"/>
              </a:ext>
            </a:extLst>
          </p:cNvPr>
          <p:cNvSpPr txBox="1"/>
          <p:nvPr/>
        </p:nvSpPr>
        <p:spPr>
          <a:xfrm>
            <a:off x="1765300" y="3759200"/>
            <a:ext cx="47244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C718E"/>
                </a:solidFill>
                <a:latin typeface="Aptos" panose="020B0004020202020204" pitchFamily="34" charset="0"/>
              </a:rPr>
              <a:t>Master data + profile flow</a:t>
            </a:r>
          </a:p>
          <a:p>
            <a:endParaRPr lang="en-US">
              <a:solidFill>
                <a:srgbClr val="5C718E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5C718E"/>
                </a:solidFill>
                <a:latin typeface="Aptos" panose="020B0004020202020204" pitchFamily="34" charset="0"/>
              </a:rPr>
              <a:t>Load competency and career matrices. Build profile review, skill check, manager validation and AI behavioral assessment.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786208-7D85-7A2F-D44B-76B0254CC218}"/>
              </a:ext>
            </a:extLst>
          </p:cNvPr>
          <p:cNvSpPr/>
          <p:nvPr/>
        </p:nvSpPr>
        <p:spPr>
          <a:xfrm>
            <a:off x="7747000" y="2921000"/>
            <a:ext cx="5334000" cy="45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22BDF0-281A-0AB8-4FFB-4682770E5C6E}"/>
              </a:ext>
            </a:extLst>
          </p:cNvPr>
          <p:cNvSpPr/>
          <p:nvPr/>
        </p:nvSpPr>
        <p:spPr>
          <a:xfrm>
            <a:off x="7747000" y="2921000"/>
            <a:ext cx="88900" cy="4572000"/>
          </a:xfrm>
          <a:prstGeom prst="rect">
            <a:avLst/>
          </a:prstGeom>
          <a:solidFill>
            <a:srgbClr val="1191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0B245A-EB8E-B78D-D5CF-CC5F6738E627}"/>
              </a:ext>
            </a:extLst>
          </p:cNvPr>
          <p:cNvSpPr txBox="1"/>
          <p:nvPr/>
        </p:nvSpPr>
        <p:spPr>
          <a:xfrm>
            <a:off x="8051800" y="3200400"/>
            <a:ext cx="472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082F67"/>
                </a:solidFill>
                <a:latin typeface="Aptos" panose="020B0004020202020204" pitchFamily="34" charset="0"/>
              </a:rPr>
              <a:t>Phase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DB38B-EEFF-3749-5C22-21430B701829}"/>
              </a:ext>
            </a:extLst>
          </p:cNvPr>
          <p:cNvSpPr txBox="1"/>
          <p:nvPr/>
        </p:nvSpPr>
        <p:spPr>
          <a:xfrm>
            <a:off x="8051800" y="3759200"/>
            <a:ext cx="47244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C718E"/>
                </a:solidFill>
                <a:latin typeface="Aptos" panose="020B0004020202020204" pitchFamily="34" charset="0"/>
              </a:rPr>
              <a:t>Skill engine + Learning Journey</a:t>
            </a:r>
          </a:p>
          <a:p>
            <a:endParaRPr lang="en-US">
              <a:solidFill>
                <a:srgbClr val="5C718E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5C718E"/>
                </a:solidFill>
                <a:latin typeface="Aptos" panose="020B0004020202020204" pitchFamily="34" charset="0"/>
              </a:rPr>
              <a:t>Build validated BD Skill Profile, gap analysis, course recommendation, nudges, MyMentor and manager dashboard.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06BEBF-4753-6B14-81F3-02B8F51CA55C}"/>
              </a:ext>
            </a:extLst>
          </p:cNvPr>
          <p:cNvSpPr/>
          <p:nvPr/>
        </p:nvSpPr>
        <p:spPr>
          <a:xfrm>
            <a:off x="14033500" y="2921000"/>
            <a:ext cx="5334000" cy="457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  <a:effectLst>
            <a:outerShdw blurRad="101600" dist="36646" dir="263264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2F5A9B-7F94-679B-6C93-58E224490457}"/>
              </a:ext>
            </a:extLst>
          </p:cNvPr>
          <p:cNvSpPr/>
          <p:nvPr/>
        </p:nvSpPr>
        <p:spPr>
          <a:xfrm>
            <a:off x="14033500" y="2921000"/>
            <a:ext cx="88900" cy="4572000"/>
          </a:xfrm>
          <a:prstGeom prst="rect">
            <a:avLst/>
          </a:prstGeom>
          <a:solidFill>
            <a:srgbClr val="124D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4225FB-EE70-704D-5B06-6F482275F262}"/>
              </a:ext>
            </a:extLst>
          </p:cNvPr>
          <p:cNvSpPr txBox="1"/>
          <p:nvPr/>
        </p:nvSpPr>
        <p:spPr>
          <a:xfrm>
            <a:off x="14338300" y="3200400"/>
            <a:ext cx="4724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082F67"/>
                </a:solidFill>
                <a:latin typeface="Aptos" panose="020B0004020202020204" pitchFamily="34" charset="0"/>
              </a:rPr>
              <a:t>Phase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B2740B-61D5-4A64-8BA9-7E6D43DE6E8C}"/>
              </a:ext>
            </a:extLst>
          </p:cNvPr>
          <p:cNvSpPr txBox="1"/>
          <p:nvPr/>
        </p:nvSpPr>
        <p:spPr>
          <a:xfrm>
            <a:off x="14338300" y="3759200"/>
            <a:ext cx="47244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C718E"/>
                </a:solidFill>
                <a:latin typeface="Aptos" panose="020B0004020202020204" pitchFamily="34" charset="0"/>
              </a:rPr>
              <a:t>Admin intelligence + recalibration</a:t>
            </a:r>
          </a:p>
          <a:p>
            <a:endParaRPr lang="en-US">
              <a:solidFill>
                <a:srgbClr val="5C718E"/>
              </a:solidFill>
              <a:latin typeface="Aptos" panose="020B0004020202020204" pitchFamily="34" charset="0"/>
            </a:endParaRPr>
          </a:p>
          <a:p>
            <a:r>
              <a:rPr lang="en-US">
                <a:solidFill>
                  <a:srgbClr val="5C718E"/>
                </a:solidFill>
                <a:latin typeface="Aptos" panose="020B0004020202020204" pitchFamily="34" charset="0"/>
              </a:rPr>
              <a:t>Build admin dashboard, progression decision assistance, score validation guardrail and quarterly recalibration loop.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F0DFBE8-7357-F72E-E0B5-2C895BDA97B6}"/>
              </a:ext>
            </a:extLst>
          </p:cNvPr>
          <p:cNvSpPr/>
          <p:nvPr/>
        </p:nvSpPr>
        <p:spPr>
          <a:xfrm>
            <a:off x="3429000" y="8636000"/>
            <a:ext cx="13462000" cy="914400"/>
          </a:xfrm>
          <a:prstGeom prst="roundRect">
            <a:avLst/>
          </a:prstGeom>
          <a:solidFill>
            <a:srgbClr val="FFF6E0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FA4920-E1DF-C6C6-B9A2-A22708619E0B}"/>
              </a:ext>
            </a:extLst>
          </p:cNvPr>
          <p:cNvSpPr txBox="1"/>
          <p:nvPr/>
        </p:nvSpPr>
        <p:spPr>
          <a:xfrm>
            <a:off x="3873500" y="8928100"/>
            <a:ext cx="1257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 b="1">
                <a:solidFill>
                  <a:srgbClr val="082F67"/>
                </a:solidFill>
                <a:latin typeface="Aptos" panose="020B0004020202020204" pitchFamily="34" charset="0"/>
              </a:rPr>
              <a:t>MVP should prove the scoring loop and admin usefulness before expanding to all functions.</a:t>
            </a:r>
          </a:p>
        </p:txBody>
      </p:sp>
    </p:spTree>
    <p:extLst>
      <p:ext uri="{BB962C8B-B14F-4D97-AF65-F5344CB8AC3E}">
        <p14:creationId xmlns:p14="http://schemas.microsoft.com/office/powerpoint/2010/main" val="120670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E039BF-39C8-945A-3A74-F7BEA4615E14}"/>
              </a:ext>
            </a:extLst>
          </p:cNvPr>
          <p:cNvSpPr/>
          <p:nvPr/>
        </p:nvSpPr>
        <p:spPr>
          <a:xfrm>
            <a:off x="0" y="0"/>
            <a:ext cx="20320000" cy="11430000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4188EF-078A-1EC4-151E-E6E9878D997D}"/>
              </a:ext>
            </a:extLst>
          </p:cNvPr>
          <p:cNvSpPr/>
          <p:nvPr/>
        </p:nvSpPr>
        <p:spPr>
          <a:xfrm>
            <a:off x="0" y="0"/>
            <a:ext cx="20320000" cy="127000"/>
          </a:xfrm>
          <a:prstGeom prst="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2ABA0-3762-504C-3D64-62F0311E8826}"/>
              </a:ext>
            </a:extLst>
          </p:cNvPr>
          <p:cNvSpPr txBox="1"/>
          <p:nvPr/>
        </p:nvSpPr>
        <p:spPr>
          <a:xfrm>
            <a:off x="16129000" y="482600"/>
            <a:ext cx="78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make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3624D9-6BAA-84C3-DD1F-99E2EF2FE1CA}"/>
              </a:ext>
            </a:extLst>
          </p:cNvPr>
          <p:cNvSpPr/>
          <p:nvPr/>
        </p:nvSpPr>
        <p:spPr>
          <a:xfrm>
            <a:off x="16916400" y="330200"/>
            <a:ext cx="685800" cy="533400"/>
          </a:xfrm>
          <a:prstGeom prst="roundRect">
            <a:avLst/>
          </a:prstGeom>
          <a:solidFill>
            <a:srgbClr val="ED1C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010FD-166F-8CC7-95EA-5B00192F61E0}"/>
              </a:ext>
            </a:extLst>
          </p:cNvPr>
          <p:cNvSpPr txBox="1"/>
          <p:nvPr/>
        </p:nvSpPr>
        <p:spPr>
          <a:xfrm>
            <a:off x="17678400" y="482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82F67"/>
                </a:solidFill>
                <a:latin typeface="Aptos" panose="020B0004020202020204" pitchFamily="34" charset="0"/>
              </a:rPr>
              <a:t>trip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1693A2-45DE-B453-8825-E69D7247AD3E}"/>
              </a:ext>
            </a:extLst>
          </p:cNvPr>
          <p:cNvSpPr txBox="1"/>
          <p:nvPr/>
        </p:nvSpPr>
        <p:spPr>
          <a:xfrm>
            <a:off x="812800" y="660400"/>
            <a:ext cx="1270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82F67"/>
                </a:solidFill>
                <a:latin typeface="Aptos" panose="020B0004020202020204" pitchFamily="34" charset="0"/>
              </a:rPr>
              <a:t>Decisions to Lock Before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580FB-747A-3E75-4994-107CBEF5C56E}"/>
              </a:ext>
            </a:extLst>
          </p:cNvPr>
          <p:cNvSpPr txBox="1"/>
          <p:nvPr/>
        </p:nvSpPr>
        <p:spPr>
          <a:xfrm>
            <a:off x="838200" y="1333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C718E"/>
                </a:solidFill>
                <a:latin typeface="Aptos" panose="020B0004020202020204" pitchFamily="34" charset="0"/>
              </a:rPr>
              <a:t>Small items to confirm before final build freeze.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AAF454-907F-7FF4-DDD6-6F037907236B}"/>
              </a:ext>
            </a:extLst>
          </p:cNvPr>
          <p:cNvSpPr/>
          <p:nvPr/>
        </p:nvSpPr>
        <p:spPr>
          <a:xfrm>
            <a:off x="1841500" y="2222500"/>
            <a:ext cx="16637000" cy="990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CDA5C2-7A87-D8ED-E375-09B01509E956}"/>
              </a:ext>
            </a:extLst>
          </p:cNvPr>
          <p:cNvSpPr/>
          <p:nvPr/>
        </p:nvSpPr>
        <p:spPr>
          <a:xfrm>
            <a:off x="2222500" y="2476500"/>
            <a:ext cx="3810000" cy="457200"/>
          </a:xfrm>
          <a:prstGeom prst="roundRect">
            <a:avLst/>
          </a:prstGeom>
          <a:solidFill>
            <a:srgbClr val="E8F1FC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Ins="101600" rtlCol="0" anchor="ctr"/>
          <a:lstStyle/>
          <a:p>
            <a:pPr algn="ctr"/>
            <a:r>
              <a:rPr lang="en-US" sz="1600" b="1">
                <a:solidFill>
                  <a:srgbClr val="082F67"/>
                </a:solidFill>
                <a:latin typeface="Aptos" panose="020B0004020202020204" pitchFamily="34" charset="0"/>
              </a:rPr>
              <a:t>ZM level label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238B5E-3AA5-F42E-0F45-4EAB4C542DBA}"/>
              </a:ext>
            </a:extLst>
          </p:cNvPr>
          <p:cNvSpPr txBox="1"/>
          <p:nvPr/>
        </p:nvSpPr>
        <p:spPr>
          <a:xfrm>
            <a:off x="6604000" y="2476500"/>
            <a:ext cx="1092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223753"/>
                </a:solidFill>
                <a:latin typeface="Aptos" panose="020B0004020202020204" pitchFamily="34" charset="0"/>
              </a:rPr>
              <a:t>Career Paths says RL4-5; Competency says RL5-6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D03C03-82B2-15F3-45C7-AE94A1A3EFA2}"/>
              </a:ext>
            </a:extLst>
          </p:cNvPr>
          <p:cNvSpPr/>
          <p:nvPr/>
        </p:nvSpPr>
        <p:spPr>
          <a:xfrm>
            <a:off x="1841500" y="3556000"/>
            <a:ext cx="16637000" cy="990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D789D3-A380-FC73-A11D-2A5FD881EC49}"/>
              </a:ext>
            </a:extLst>
          </p:cNvPr>
          <p:cNvSpPr/>
          <p:nvPr/>
        </p:nvSpPr>
        <p:spPr>
          <a:xfrm>
            <a:off x="2222500" y="3810000"/>
            <a:ext cx="3810000" cy="457200"/>
          </a:xfrm>
          <a:prstGeom prst="roundRect">
            <a:avLst/>
          </a:prstGeom>
          <a:solidFill>
            <a:srgbClr val="E8F1FC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Ins="101600" rtlCol="0" anchor="ctr"/>
          <a:lstStyle/>
          <a:p>
            <a:pPr algn="ctr"/>
            <a:r>
              <a:rPr lang="en-US" sz="1600" b="1">
                <a:solidFill>
                  <a:srgbClr val="082F67"/>
                </a:solidFill>
                <a:latin typeface="Aptos" panose="020B0004020202020204" pitchFamily="34" charset="0"/>
              </a:rPr>
              <a:t>Lead Category Manager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7A0A18-59C8-BCAC-BC8D-9B63F77412FF}"/>
              </a:ext>
            </a:extLst>
          </p:cNvPr>
          <p:cNvSpPr txBox="1"/>
          <p:nvPr/>
        </p:nvSpPr>
        <p:spPr>
          <a:xfrm>
            <a:off x="6604000" y="3810000"/>
            <a:ext cx="1092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200">
                <a:solidFill>
                  <a:srgbClr val="223753"/>
                </a:solidFill>
                <a:latin typeface="Aptos" panose="020B0004020202020204" pitchFamily="34" charset="0"/>
              </a:rPr>
              <a:t>Confirm current scope vs future scope</a:t>
            </a:r>
            <a:endParaRPr lang="en-US" sz="2200">
              <a:solidFill>
                <a:srgbClr val="223753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0169AE-EF59-0B0F-4424-5FAE974FA47D}"/>
              </a:ext>
            </a:extLst>
          </p:cNvPr>
          <p:cNvSpPr/>
          <p:nvPr/>
        </p:nvSpPr>
        <p:spPr>
          <a:xfrm>
            <a:off x="1841500" y="4889500"/>
            <a:ext cx="16637000" cy="990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DFC636C-65F0-420D-7A93-7B0DFF7AF65F}"/>
              </a:ext>
            </a:extLst>
          </p:cNvPr>
          <p:cNvSpPr/>
          <p:nvPr/>
        </p:nvSpPr>
        <p:spPr>
          <a:xfrm>
            <a:off x="2222500" y="5143500"/>
            <a:ext cx="3810000" cy="457200"/>
          </a:xfrm>
          <a:prstGeom prst="roundRect">
            <a:avLst/>
          </a:prstGeom>
          <a:solidFill>
            <a:srgbClr val="E8F1FC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Ins="101600" rtlCol="0" anchor="ctr"/>
          <a:lstStyle/>
          <a:p>
            <a:pPr algn="ctr"/>
            <a:r>
              <a:rPr lang="en-US" sz="1600" b="1">
                <a:solidFill>
                  <a:srgbClr val="082F67"/>
                </a:solidFill>
                <a:latin typeface="Aptos" panose="020B0004020202020204" pitchFamily="34" charset="0"/>
              </a:rPr>
              <a:t>Score decrease rule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F36819-A9B9-318B-32A8-55A8DD9D4EBA}"/>
              </a:ext>
            </a:extLst>
          </p:cNvPr>
          <p:cNvSpPr txBox="1"/>
          <p:nvPr/>
        </p:nvSpPr>
        <p:spPr>
          <a:xfrm>
            <a:off x="6604000" y="5143500"/>
            <a:ext cx="1092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223753"/>
                </a:solidFill>
                <a:latin typeface="Aptos" panose="020B0004020202020204" pitchFamily="34" charset="0"/>
              </a:rPr>
              <a:t>Recommend validation required before any decrease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44ED34A-5A45-241C-8962-7B155FFE5861}"/>
              </a:ext>
            </a:extLst>
          </p:cNvPr>
          <p:cNvSpPr/>
          <p:nvPr/>
        </p:nvSpPr>
        <p:spPr>
          <a:xfrm>
            <a:off x="1841500" y="6223000"/>
            <a:ext cx="16637000" cy="990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68C73-7877-77D8-9125-F8352E79CF99}"/>
              </a:ext>
            </a:extLst>
          </p:cNvPr>
          <p:cNvSpPr/>
          <p:nvPr/>
        </p:nvSpPr>
        <p:spPr>
          <a:xfrm>
            <a:off x="2222500" y="6477000"/>
            <a:ext cx="3810000" cy="457200"/>
          </a:xfrm>
          <a:prstGeom prst="roundRect">
            <a:avLst/>
          </a:prstGeom>
          <a:solidFill>
            <a:srgbClr val="E8F1FC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Ins="101600" rtlCol="0" anchor="ctr"/>
          <a:lstStyle/>
          <a:p>
            <a:pPr algn="ctr"/>
            <a:r>
              <a:rPr lang="en-US" sz="1600" b="1">
                <a:solidFill>
                  <a:srgbClr val="082F67"/>
                </a:solidFill>
                <a:latin typeface="Aptos" panose="020B0004020202020204" pitchFamily="34" charset="0"/>
              </a:rPr>
              <a:t>Learning formula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6B370-C97A-70E0-281C-75D08D84ED48}"/>
              </a:ext>
            </a:extLst>
          </p:cNvPr>
          <p:cNvSpPr txBox="1"/>
          <p:nvPr/>
        </p:nvSpPr>
        <p:spPr>
          <a:xfrm>
            <a:off x="6604000" y="6477000"/>
            <a:ext cx="1092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223753"/>
                </a:solidFill>
                <a:latin typeface="Aptos" panose="020B0004020202020204" pitchFamily="34" charset="0"/>
              </a:rPr>
              <a:t>Confirm course/evidence/manager weights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E74C9F0-0FE3-E01A-2262-74AF9B6A04C9}"/>
              </a:ext>
            </a:extLst>
          </p:cNvPr>
          <p:cNvSpPr/>
          <p:nvPr/>
        </p:nvSpPr>
        <p:spPr>
          <a:xfrm>
            <a:off x="1841500" y="7556500"/>
            <a:ext cx="16637000" cy="990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3DFE5D9-06FD-19AC-2F8C-82ECB12A6BF1}"/>
              </a:ext>
            </a:extLst>
          </p:cNvPr>
          <p:cNvSpPr/>
          <p:nvPr/>
        </p:nvSpPr>
        <p:spPr>
          <a:xfrm>
            <a:off x="2222500" y="7810500"/>
            <a:ext cx="3810000" cy="457200"/>
          </a:xfrm>
          <a:prstGeom prst="roundRect">
            <a:avLst/>
          </a:prstGeom>
          <a:solidFill>
            <a:srgbClr val="E8F1FC"/>
          </a:solidFill>
          <a:ln w="13970">
            <a:solidFill>
              <a:srgbClr val="C6D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Ins="101600" rtlCol="0" anchor="ctr"/>
          <a:lstStyle/>
          <a:p>
            <a:pPr algn="ctr"/>
            <a:r>
              <a:rPr lang="en-US" sz="1600" b="1">
                <a:solidFill>
                  <a:srgbClr val="082F67"/>
                </a:solidFill>
                <a:latin typeface="Aptos" panose="020B0004020202020204" pitchFamily="34" charset="0"/>
              </a:rPr>
              <a:t>Mentor assignment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4CDEF3-5BD4-532F-43BB-533CADB83150}"/>
              </a:ext>
            </a:extLst>
          </p:cNvPr>
          <p:cNvSpPr txBox="1"/>
          <p:nvPr/>
        </p:nvSpPr>
        <p:spPr>
          <a:xfrm>
            <a:off x="6604000" y="7810500"/>
            <a:ext cx="1092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223753"/>
                </a:solidFill>
                <a:latin typeface="Aptos" panose="020B0004020202020204" pitchFamily="34" charset="0"/>
              </a:rPr>
              <a:t>Confirm geography, role context, availability and no reporting line</a:t>
            </a:r>
          </a:p>
        </p:txBody>
      </p:sp>
    </p:spTree>
    <p:extLst>
      <p:ext uri="{BB962C8B-B14F-4D97-AF65-F5344CB8AC3E}">
        <p14:creationId xmlns:p14="http://schemas.microsoft.com/office/powerpoint/2010/main" val="4068076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PresentationFormat>Custom</PresentationFormat>
  <Paragraphs>143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Bhavay Jain</dc:creator>
  <cp:lastModifiedBy>Bhavay Jain</cp:lastModifiedBy>
  <cp:revision>1</cp:revision>
  <dcterms:created xsi:type="dcterms:W3CDTF">2026-07-09T09:33:26Z</dcterms:created>
  <dcterms:modified xsi:type="dcterms:W3CDTF">2026-07-09T09:37:32Z</dcterms:modified>
</cp:coreProperties>
</file>